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7b0da713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7b0da713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7b0da713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7b0da713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b0da713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7b0da71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b0da713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7b0da713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7b0da71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7b0da71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b0da713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7b0da713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abaa675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abaa675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aa675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baa67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b0da71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7b0da71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7b0da713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7b0da713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7b0da713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7b0da713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7b0da713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7b0da713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7b0da713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7b0da713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7b0da713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7b0da713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7b0da7139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7b0da713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y8lqT3yaacQI_G-Gx-D5uyhKIWT85y5R/view" TargetMode="External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WqcpgGu0mqeIrAMc6ackGYneYrSR7_iJ/view" TargetMode="External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iE_DzyC0Yk10Tx1tWXF4JyEo7ucQltUW/view" TargetMode="External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CZNkXHnfrM8lPqP90jn1uTVz6IcN7DKm/view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jpg9wQth9JbhBG8-AW4jmRQ0zFQVtHcR/view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DZVD-0KUMkQkyyIBn67P6Q6nh396fJMM/view" TargetMode="External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CB4uvpoaZd8wzGBpMOkPJDNuXzqbJs8C/view" TargetMode="External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Zx4yAljo-7mgjAF-zWowZ9XhFmjy_B6x/view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JhfPCZ2g_qg4iLOkohQDS8TIFznPG6Kz/view" TargetMode="External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PW8Is4UxgGeY0KxHF6I09FpS3YX_ndUO/view" TargetMode="External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1wqNym-R8T2eRASlEZBQRF1Eu_e9NEiF/view" TargetMode="External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KX0bonF08W6gKJ8tIxbpLxCYkkG6mYKE/view" TargetMode="External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4L4FGrRvy15DOLzfdFU2-Cc-mUDylLa6/view" TargetMode="Externa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984520"/>
            <a:ext cx="6085800" cy="23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400"/>
              <a:t>⭐️ 5B </a:t>
            </a:r>
            <a:r>
              <a:rPr lang="de" sz="4400"/>
              <a:t>Food Vlogs </a:t>
            </a:r>
            <a:r>
              <a:rPr lang="de" sz="4400"/>
              <a:t>⭐️</a:t>
            </a:r>
            <a:endParaRPr sz="44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142425" y="25717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000"/>
              <a:t>Live Premiere 11/21/2025</a:t>
            </a:r>
            <a:endParaRPr i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Information on the grading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90900"/>
            <a:ext cx="7505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Sent on time?</a:t>
            </a:r>
            <a:r>
              <a:rPr lang="de" sz="2300"/>
              <a:t> (script, video) </a:t>
            </a:r>
            <a:br>
              <a:rPr lang="de" sz="2300"/>
            </a:br>
            <a:r>
              <a:rPr lang="de" sz="2300"/>
              <a:t>(4 phases of our project!) </a:t>
            </a:r>
            <a:r>
              <a:rPr b="1" lang="de" sz="2300"/>
              <a:t>(15%)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Quality of your script?</a:t>
            </a:r>
            <a:r>
              <a:rPr lang="de" sz="2300"/>
              <a:t> </a:t>
            </a:r>
            <a:br>
              <a:rPr lang="de" sz="2300"/>
            </a:br>
            <a:r>
              <a:rPr lang="de" sz="2300"/>
              <a:t>(structure, content, words and phrases) </a:t>
            </a:r>
            <a:r>
              <a:rPr b="1" lang="de" sz="2300"/>
              <a:t>(70%)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Presentation? </a:t>
            </a:r>
            <a:br>
              <a:rPr lang="de" sz="2300"/>
            </a:br>
            <a:r>
              <a:rPr lang="de" sz="2300"/>
              <a:t>(editing, images/videos, visual storytelling) </a:t>
            </a:r>
            <a:r>
              <a:rPr b="1" lang="de" sz="2300"/>
              <a:t>(15%)</a:t>
            </a:r>
            <a:endParaRPr b="1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608538"/>
            <a:ext cx="3153300" cy="39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The “art” of giving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Write the video number and fill out the feedback form for each clip!</a:t>
            </a:r>
            <a:endParaRPr/>
          </a:p>
        </p:txBody>
      </p:sp>
      <p:pic>
        <p:nvPicPr>
          <p:cNvPr id="141" name="Google Shape;141;p15" title="Bildschirmfoto 2025-11-21 um 05.25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275" y="218037"/>
            <a:ext cx="3526200" cy="47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title="MicrosoftTeams-video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275" y="196600"/>
            <a:ext cx="2672050" cy="475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57950" y="541675"/>
            <a:ext cx="25149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Copenhagen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5919750" y="1431575"/>
            <a:ext cx="25149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#2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utterboden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title="original-0BA874F7-51D6-4E60-8B3C-D9A25522250F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3150" y="187800"/>
            <a:ext cx="2656775" cy="476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386925" y="8821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#3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Roasted 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Almonds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 title="100004946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725" y="194800"/>
            <a:ext cx="2659225" cy="472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62421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#4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9" title="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650" y="194925"/>
            <a:ext cx="2668874" cy="474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327075" y="1564125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#5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Ramen Noodles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0" title="copy_4D108D39-2869-40F3-AA23-979918343B1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475" y="226288"/>
            <a:ext cx="2619100" cy="46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6242175" y="1726950"/>
            <a:ext cx="27255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#6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Chalet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Moeller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1" title="238e78b0-5ced-433b-854d-527e281a7b6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650" y="399538"/>
            <a:ext cx="5937376" cy="434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554575" y="108210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#7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Healthy 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Breakfast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2" title="MicrosoftTeams-video (2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475" y="180550"/>
            <a:ext cx="2669675" cy="4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61518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#8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McDonalds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3" title="original-B3EFDC4D-A60F-4FD6-B2FB-04EBD24886E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8525" y="219250"/>
            <a:ext cx="2652151" cy="471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/>
        </p:nvSpPr>
        <p:spPr>
          <a:xfrm>
            <a:off x="4900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#9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4" title="copy_3633CA99-EC3A-4ED1-85FD-61C41F4A70A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525" y="188150"/>
            <a:ext cx="3573226" cy="476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6719350" y="189460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#10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Hefezopf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 title="copy_C0DA9591-1D32-45D3-AAD7-189C21CBC1E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00" y="193450"/>
            <a:ext cx="6335899" cy="475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451375" y="16108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#11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Yume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6" title="1119 Yume Mia - Merchzilla Merchandise &amp; Fashion Solutions (720p, h264, youtube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575" y="218663"/>
            <a:ext cx="2647226" cy="470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/>
        </p:nvSpPr>
        <p:spPr>
          <a:xfrm>
            <a:off x="6280850" y="1894575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#12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Hietz Kebap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7" title="C20D4971-5639-49CB-A7DC-B1FF3F58A42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100" y="229800"/>
            <a:ext cx="273888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6280850" y="1894575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#13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Jin’s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8" title="176366157280467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325" y="185825"/>
            <a:ext cx="2684175" cy="477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