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554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42899"/>
            <a:ext cx="7968343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264653"/>
                </a:solidFill>
                <a:latin typeface="Abadi" panose="020B0604020104020204" pitchFamily="34" charset="77"/>
                <a:ea typeface="Arial" pitchFamily="34" charset="-122"/>
                <a:cs typeface="Arial" pitchFamily="34" charset="-120"/>
              </a:rPr>
              <a:t>Group Discussion: More or Less?</a:t>
            </a:r>
            <a:endParaRPr lang="en-US" sz="3600" dirty="0">
              <a:latin typeface="Abadi" panose="020B0604020104020204" pitchFamily="34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7805" y="817997"/>
            <a:ext cx="4274195" cy="2992003"/>
          </a:xfrm>
          <a:prstGeom prst="roundRect">
            <a:avLst>
              <a:gd name="adj" fmla="val 2614"/>
            </a:avLst>
          </a:prstGeom>
          <a:solidFill>
            <a:srgbClr val="E9F5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150" y="999232"/>
            <a:ext cx="4087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150" y="1235422"/>
            <a:ext cx="4087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0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 groups of 4 students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150" y="1559272"/>
            <a:ext cx="40876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0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Choose </a:t>
            </a: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statements</a:t>
            </a:r>
            <a:r>
              <a:rPr lang="en-US" sz="20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haven't discussed yet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150" y="2149822"/>
            <a:ext cx="4087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0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Split into pairs: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150" y="2473672"/>
            <a:ext cx="4087645" cy="2667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Pair A = Argues for  MORE!</a:t>
            </a:r>
            <a:r>
              <a:rPr lang="en-US" sz="2000" dirty="0">
                <a:solidFill>
                  <a:srgbClr val="264653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sz="2000" dirty="0">
                <a:solidFill>
                  <a:srgbClr val="264653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b="1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Pair B =Argues for LESS!</a:t>
            </a:r>
            <a:endParaRPr lang="en-US" sz="2000" dirty="0">
              <a:highlight>
                <a:srgbClr val="000000"/>
              </a:highlight>
            </a:endParaRPr>
          </a:p>
        </p:txBody>
      </p:sp>
      <p:sp>
        <p:nvSpPr>
          <p:cNvPr id="9" name="Text 7"/>
          <p:cNvSpPr/>
          <p:nvPr/>
        </p:nvSpPr>
        <p:spPr>
          <a:xfrm>
            <a:off x="450967" y="3141836"/>
            <a:ext cx="4087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20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Debate each statement for </a:t>
            </a: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min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7805" y="4054822"/>
            <a:ext cx="4274195" cy="745779"/>
          </a:xfrm>
          <a:prstGeom prst="roundRect">
            <a:avLst>
              <a:gd name="adj" fmla="val 13292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99288" y="4265415"/>
            <a:ext cx="4126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discussion phrases! (p. 99)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105" y="4539705"/>
            <a:ext cx="4126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Agreeing, disagreeing, clarifying, inviting opinions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83795" y="650677"/>
            <a:ext cx="3955405" cy="4128046"/>
          </a:xfrm>
          <a:prstGeom prst="roundRect">
            <a:avLst>
              <a:gd name="adj" fmla="val 2408"/>
            </a:avLst>
          </a:prstGeom>
          <a:solidFill>
            <a:srgbClr val="2646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17145" y="784027"/>
            <a:ext cx="37624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017145" y="1159222"/>
            <a:ext cx="37624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Team sports are more/less challenging than individual sports.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17145" y="1749772"/>
            <a:ext cx="37624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Indoor sports are more/less attractive than outdoor sports.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17145" y="2340322"/>
            <a:ext cx="37624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Fitness apps make doing sports more/less exciting.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17145" y="2930872"/>
            <a:ext cx="37624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Sporty students enjoy PE more/less than non-sporty students.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17145" y="3521422"/>
            <a:ext cx="37624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Doing sports at school is more/less motivating than with family.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17145" y="4111972"/>
            <a:ext cx="37624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Watching sports events is more/less interesting than doing sports.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Macintosh PowerPoint</Application>
  <PresentationFormat>Bildschirmpräsentation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Abadi</vt:lpstr>
      <vt:lpstr>Arial</vt:lpstr>
      <vt:lpstr>Office Theme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Discussion - More or Less</dc:title>
  <dc:subject>PptxGenJS Presentation</dc:subject>
  <dc:creator>EFL Class</dc:creator>
  <cp:lastModifiedBy>Orhan Vehabovic</cp:lastModifiedBy>
  <cp:revision>4</cp:revision>
  <dcterms:created xsi:type="dcterms:W3CDTF">2026-01-17T15:58:18Z</dcterms:created>
  <dcterms:modified xsi:type="dcterms:W3CDTF">2026-01-19T05:16:57Z</dcterms:modified>
</cp:coreProperties>
</file>