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d75cfc81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d75cfc81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d75cfc81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d75cfc81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d75cfc81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d75cfc81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d75cfc81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d75cfc81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d75cfc81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d75cfc81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d75cfc81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d75cfc81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d75cfc81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d75cfc81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rive.google.com/drive/folders/1U0GAqWDhJ9eKR46Wwdg07eCoyhIImi9M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0" y="1175076"/>
            <a:ext cx="53613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3"/>
              </a:rPr>
              <a:t>https://drive.google.com/drive/folders/1U0GAqWDhJ9eKR46Wwdg07eCoyhIImi9M?usp=sharing</a:t>
            </a:r>
            <a:r>
              <a:rPr lang="de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de" sz="4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Unit 4 PROJECT: Create Your Own Food Vlog!</a:t>
            </a:r>
            <a:endParaRPr sz="11000"/>
          </a:p>
        </p:txBody>
      </p:sp>
      <p:sp>
        <p:nvSpPr>
          <p:cNvPr id="134" name="Google Shape;134;p14"/>
          <p:cNvSpPr txBox="1"/>
          <p:nvPr/>
        </p:nvSpPr>
        <p:spPr>
          <a:xfrm>
            <a:off x="4187050" y="3390175"/>
            <a:ext cx="4983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819150" y="845600"/>
            <a:ext cx="7505700" cy="3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 will create a </a:t>
            </a:r>
            <a:r>
              <a:rPr b="1" lang="de"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30-second to 1-minute</a:t>
            </a:r>
            <a:r>
              <a:rPr lang="de"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food vlog (like an Instagram Reel or TikTok) where you review and describe food like a food blogger. You will record video footage of food and add your voice as a voiceover - </a:t>
            </a:r>
            <a:r>
              <a:rPr b="1" lang="de"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 do NOT need to show your face!</a:t>
            </a:r>
            <a:endParaRPr sz="4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1393925" y="1301151"/>
            <a:ext cx="6366900" cy="295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de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Option A: Restaurant Food</a:t>
            </a:r>
            <a:endParaRPr b="1"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ontserrat"/>
              <a:buChar char="●"/>
            </a:pPr>
            <a:r>
              <a:rPr lang="de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Film the food you eat at a restaurant or café/bakery (with permission from the location and your parents) </a:t>
            </a:r>
            <a:endParaRPr sz="2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ontserrat"/>
              <a:buChar char="●"/>
            </a:pPr>
            <a:r>
              <a:rPr lang="de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Review the dish(es) you order </a:t>
            </a:r>
            <a:endParaRPr sz="2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ontserrat"/>
              <a:buChar char="●"/>
            </a:pPr>
            <a:r>
              <a:rPr lang="de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Talk about the restaurant/café/bakery and your experience </a:t>
            </a:r>
            <a:endParaRPr sz="4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title"/>
          </p:nvPr>
        </p:nvSpPr>
        <p:spPr>
          <a:xfrm>
            <a:off x="1393925" y="1301151"/>
            <a:ext cx="6366900" cy="28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de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Option B: Homemade Food</a:t>
            </a:r>
            <a:endParaRPr b="1" sz="2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Char char="●"/>
            </a:pPr>
            <a:r>
              <a:rPr lang="de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Film food that you or your family prepare at home</a:t>
            </a:r>
            <a:endParaRPr sz="21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Char char="●"/>
            </a:pPr>
            <a:r>
              <a:rPr lang="de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Show parts of the cooking process OR just the finished dish(es)</a:t>
            </a:r>
            <a:endParaRPr sz="21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Char char="●"/>
            </a:pPr>
            <a:r>
              <a:rPr lang="de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Describe the ingredients, taste, and why you like it </a:t>
            </a:r>
            <a:endParaRPr sz="4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/>
          <p:nvPr>
            <p:ph type="title"/>
          </p:nvPr>
        </p:nvSpPr>
        <p:spPr>
          <a:xfrm>
            <a:off x="1393925" y="1301151"/>
            <a:ext cx="6366900" cy="28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de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Option C: Food Preparation Process</a:t>
            </a:r>
            <a:endParaRPr b="1" sz="2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Montserrat"/>
              <a:buChar char="●"/>
            </a:pPr>
            <a:r>
              <a:rPr lang="de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Film yourself or a family member preparing/cooking food</a:t>
            </a:r>
            <a:endParaRPr sz="2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Montserrat"/>
              <a:buChar char="●"/>
            </a:pPr>
            <a:r>
              <a:rPr lang="de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Describe what's happening step by step</a:t>
            </a:r>
            <a:endParaRPr sz="2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Montserrat"/>
              <a:buChar char="●"/>
            </a:pPr>
            <a:r>
              <a:rPr lang="de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Talk about the final result </a:t>
            </a:r>
            <a:endParaRPr b="1" sz="2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type="title"/>
          </p:nvPr>
        </p:nvSpPr>
        <p:spPr>
          <a:xfrm>
            <a:off x="1385850" y="381000"/>
            <a:ext cx="6372300" cy="409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3600"/>
              <a:t>⭐️ Throughout Unit 4, you will learn lots of vocabulary, phrases, and expressions related to food and eating. Use this language in your food vlog! ⭐️</a:t>
            </a:r>
            <a:endParaRPr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819150" y="464600"/>
            <a:ext cx="75057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📅 Project Timeline - Step by Step (4 Weeks)</a:t>
            </a:r>
            <a:endParaRPr/>
          </a:p>
        </p:txBody>
      </p:sp>
      <p:sp>
        <p:nvSpPr>
          <p:cNvPr id="165" name="Google Shape;165;p20"/>
          <p:cNvSpPr txBox="1"/>
          <p:nvPr>
            <p:ph idx="1" type="body"/>
          </p:nvPr>
        </p:nvSpPr>
        <p:spPr>
          <a:xfrm>
            <a:off x="819150" y="1166825"/>
            <a:ext cx="7505700" cy="34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Week 1 (20.10–26.10) : Planning &amp; Food Choice </a:t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</a:pPr>
            <a:r>
              <a:rPr lang="de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Decide which option you will do (A, B, or C)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Week 2 (27.10–2.11 [during the break]) : Recording Video Footage </a:t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</a:pPr>
            <a:r>
              <a:rPr lang="de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Record 30-60 seconds of video footage of your food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Week 3 (3.11–9.11): Writing Your Voiceover Script</a:t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</a:pPr>
            <a:r>
              <a:rPr lang="de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Write your script (approximately 100-120 words for 30-60 seconds) and send it to me on Teams for feedback! 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Week 4 (10.11–16.11) : Recording &amp; Submitting Final Video (more info on that later!)</a:t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