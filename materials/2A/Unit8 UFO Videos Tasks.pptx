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62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5747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qfhhST_zna0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www.youtube.com/watch?v=PpWP7GGjJ6k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5047" y="875481"/>
            <a:ext cx="8452485" cy="56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10"/>
              </a:lnSpc>
              <a:spcAft>
                <a:spcPts val="15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🛸 What is a UFO?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28625" y="1925092"/>
            <a:ext cx="5000625" cy="1573411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8175" y="2096542"/>
            <a:ext cx="467315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NEW VOCABULARY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8175" y="2412653"/>
            <a:ext cx="46731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Sighting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when you see something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8175" y="2736503"/>
            <a:ext cx="46731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Saucer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a small plate 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8175" y="3060353"/>
            <a:ext cx="46731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Hoax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a trick / a fake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8625" y="3641378"/>
            <a:ext cx="5000625" cy="479971"/>
          </a:xfrm>
          <a:prstGeom prst="roundRect">
            <a:avLst>
              <a:gd name="adj" fmla="val 23814"/>
            </a:avLst>
          </a:prstGeom>
          <a:solidFill>
            <a:srgbClr val="FFFFFF">
              <a:alpha val="2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0075" y="3774728"/>
            <a:ext cx="47508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▶️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https://www.youtube.com/watch?v=qfhhST_zna0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7375" y="1149531"/>
            <a:ext cx="3048000" cy="3614058"/>
          </a:xfrm>
          <a:prstGeom prst="roundRect">
            <a:avLst>
              <a:gd name="adj" fmla="val 625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50636" y="1349797"/>
            <a:ext cx="26814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YOUR TASK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76925" y="1709571"/>
            <a:ext cx="2628900" cy="2905972"/>
          </a:xfrm>
          <a:prstGeom prst="roundRect">
            <a:avLst>
              <a:gd name="adj" fmla="val 10041"/>
            </a:avLst>
          </a:prstGeom>
          <a:solidFill>
            <a:srgbClr val="FFF5E6"/>
          </a:solidFill>
          <a:ln w="28575">
            <a:solidFill>
              <a:srgbClr val="F5822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876925" y="1840665"/>
            <a:ext cx="2470594" cy="236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de-AT" sz="2400" b="1" dirty="0"/>
              <a:t>The </a:t>
            </a:r>
            <a:r>
              <a:rPr lang="de-AT" sz="2400" b="1" dirty="0" err="1"/>
              <a:t>video</a:t>
            </a:r>
            <a:r>
              <a:rPr lang="de-AT" sz="2400" b="1" dirty="0"/>
              <a:t> </a:t>
            </a:r>
            <a:r>
              <a:rPr lang="de-AT" sz="2400" b="1" dirty="0" err="1"/>
              <a:t>mentions</a:t>
            </a:r>
            <a:r>
              <a:rPr lang="de-AT" sz="2400" b="1" dirty="0"/>
              <a:t> normal </a:t>
            </a:r>
            <a:r>
              <a:rPr lang="de-AT" sz="2400" b="1" dirty="0" err="1"/>
              <a:t>things</a:t>
            </a:r>
            <a:r>
              <a:rPr lang="de-AT" sz="2400" b="1" dirty="0"/>
              <a:t> </a:t>
            </a:r>
            <a:r>
              <a:rPr lang="de-AT" sz="2400" b="1" dirty="0" err="1"/>
              <a:t>that</a:t>
            </a:r>
            <a:r>
              <a:rPr lang="de-AT" sz="2400" b="1" dirty="0"/>
              <a:t> </a:t>
            </a:r>
            <a:r>
              <a:rPr lang="de-AT" sz="2400" b="1" dirty="0" err="1"/>
              <a:t>people</a:t>
            </a:r>
            <a:r>
              <a:rPr lang="de-AT" sz="2400" b="1" dirty="0"/>
              <a:t> </a:t>
            </a:r>
            <a:r>
              <a:rPr lang="de-AT" sz="2400" b="1" dirty="0" err="1"/>
              <a:t>confuse</a:t>
            </a:r>
            <a:r>
              <a:rPr lang="de-AT" sz="2400" b="1" dirty="0"/>
              <a:t> </a:t>
            </a:r>
            <a:r>
              <a:rPr lang="de-AT" sz="2400" b="1" dirty="0" err="1"/>
              <a:t>with</a:t>
            </a:r>
            <a:r>
              <a:rPr lang="de-AT" sz="2400" b="1" dirty="0"/>
              <a:t> UFOs. </a:t>
            </a:r>
          </a:p>
          <a:p>
            <a:pPr algn="ctr"/>
            <a:endParaRPr lang="de-AT" sz="2400" b="1" dirty="0"/>
          </a:p>
          <a:p>
            <a:pPr algn="ctr"/>
            <a:r>
              <a:rPr lang="de-AT" sz="2400" b="1" dirty="0"/>
              <a:t>Can </a:t>
            </a:r>
            <a:r>
              <a:rPr lang="de-AT" sz="2400" b="1" dirty="0" err="1"/>
              <a:t>you</a:t>
            </a:r>
            <a:r>
              <a:rPr lang="de-AT" sz="2400" b="1" dirty="0"/>
              <a:t> </a:t>
            </a:r>
            <a:r>
              <a:rPr lang="de-AT" sz="2400" b="1" dirty="0" err="1"/>
              <a:t>remember</a:t>
            </a:r>
            <a:r>
              <a:rPr lang="de-AT" sz="2400" b="1" dirty="0"/>
              <a:t> TWO?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33375"/>
            <a:ext cx="845248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00"/>
              </a:lnSpc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The Golden Record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28625" y="1335732"/>
            <a:ext cx="6143625" cy="1100733"/>
          </a:xfrm>
          <a:prstGeom prst="roundRect">
            <a:avLst>
              <a:gd name="adj" fmla="val 1038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19125" y="1488132"/>
            <a:ext cx="587787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THE VOYAGER MISSION (1977)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19125" y="1804243"/>
            <a:ext cx="5877878" cy="47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NASA sent </a:t>
            </a: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Voyager 1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into space with a message for aliens: </a:t>
            </a: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Golden Record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28625" y="2569815"/>
            <a:ext cx="6143625" cy="1571327"/>
          </a:xfrm>
          <a:prstGeom prst="roundRect">
            <a:avLst>
              <a:gd name="adj" fmla="val 7274"/>
            </a:avLst>
          </a:prstGeom>
          <a:solidFill>
            <a:srgbClr val="00A3E0">
              <a:alpha val="25000"/>
            </a:srgbClr>
          </a:solidFill>
          <a:ln w="19050">
            <a:solidFill>
              <a:srgbClr val="00A3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8175" y="2741265"/>
            <a:ext cx="583901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YOUR TASK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8175" y="3057376"/>
            <a:ext cx="5839016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750"/>
              </a:spcAft>
              <a:buNone/>
            </a:pPr>
            <a:r>
              <a:rPr lang="en-US" sz="12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video and answer: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580930" y="3379291"/>
            <a:ext cx="583901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on the Golden Record?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80930" y="3756422"/>
            <a:ext cx="583901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(How many things can you remember – starts at 2:25)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8625" y="4274493"/>
            <a:ext cx="6143625" cy="390525"/>
          </a:xfrm>
          <a:prstGeom prst="roundRect">
            <a:avLst>
              <a:gd name="adj" fmla="val 2439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1025" y="4369743"/>
            <a:ext cx="59556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75"/>
              </a:lnSpc>
            </a:pPr>
            <a:r>
              <a:rPr lang="en-US" sz="11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▶️ </a:t>
            </a:r>
            <a:r>
              <a:rPr lang="en-US" sz="11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https://www.youtube.com/watch?v=PpWP7GGjJ6k</a:t>
            </a:r>
            <a:r>
              <a:rPr lang="en-US" sz="11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25" dirty="0"/>
          </a:p>
        </p:txBody>
      </p:sp>
      <p:pic>
        <p:nvPicPr>
          <p:cNvPr id="13" name="Image 0" descr="/tmp/rasterized-gradient-9f49e96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0" y="2102197"/>
            <a:ext cx="1238250" cy="1238250"/>
          </a:xfrm>
          <a:prstGeom prst="rect">
            <a:avLst/>
          </a:prstGeom>
          <a:effectLst>
            <a:outerShdw blurRad="381000" dist="50800" dir="16200000" algn="bl" rotWithShape="0">
              <a:srgbClr val="FFD700">
                <a:alpha val="40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7562850" y="2521297"/>
            <a:ext cx="400050" cy="400050"/>
          </a:xfrm>
          <a:prstGeom prst="roundRect">
            <a:avLst>
              <a:gd name="adj" fmla="val 228571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911876" y="3473797"/>
            <a:ext cx="173588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1050"/>
              </a:spcBef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GOLDEN RECORD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133034" y="3725168"/>
            <a:ext cx="128472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message to the stars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9456" y="94705"/>
            <a:ext cx="8534400" cy="521940"/>
          </a:xfrm>
          <a:prstGeom prst="roundRect">
            <a:avLst>
              <a:gd name="adj" fmla="val 14599"/>
            </a:avLst>
          </a:prstGeom>
          <a:solidFill>
            <a:srgbClr val="F5822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95300" y="304800"/>
            <a:ext cx="831646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📀 What's on the Golden Record?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19456" y="924254"/>
            <a:ext cx="87050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video mentioned these things on the Golden Record:</a:t>
            </a:r>
            <a:endParaRPr lang="en-US" b="1" dirty="0"/>
          </a:p>
        </p:txBody>
      </p:sp>
      <p:sp>
        <p:nvSpPr>
          <p:cNvPr id="5" name="Text 3"/>
          <p:cNvSpPr/>
          <p:nvPr/>
        </p:nvSpPr>
        <p:spPr>
          <a:xfrm>
            <a:off x="219456" y="1292466"/>
            <a:ext cx="2090738" cy="1085606"/>
          </a:xfrm>
          <a:prstGeom prst="roundRect">
            <a:avLst>
              <a:gd name="adj" fmla="val 10392"/>
            </a:avLst>
          </a:prstGeom>
          <a:solidFill>
            <a:srgbClr val="FFF5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7367" y="1564822"/>
            <a:ext cx="19771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225"/>
              </a:spcAft>
              <a:buNone/>
            </a:pPr>
            <a:r>
              <a:rPr lang="en-US" sz="36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7367" y="1860097"/>
            <a:ext cx="19771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Greetings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7367" y="2102889"/>
            <a:ext cx="19771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55 languages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67344" y="1292466"/>
            <a:ext cx="2090738" cy="1085606"/>
          </a:xfrm>
          <a:prstGeom prst="roundRect">
            <a:avLst>
              <a:gd name="adj" fmla="val 10392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24160" y="1604837"/>
            <a:ext cx="19771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225"/>
              </a:spcAft>
              <a:buNone/>
            </a:pPr>
            <a:r>
              <a:rPr lang="en-US" sz="36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🎵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24160" y="1900112"/>
            <a:ext cx="19771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24160" y="2065757"/>
            <a:ext cx="19771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many cultures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15231" y="1317294"/>
            <a:ext cx="2090738" cy="1085606"/>
          </a:xfrm>
          <a:prstGeom prst="roundRect">
            <a:avLst>
              <a:gd name="adj" fmla="val 10392"/>
            </a:avLst>
          </a:prstGeom>
          <a:solidFill>
            <a:srgbClr val="FFF5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1641969"/>
            <a:ext cx="19771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225"/>
              </a:spcAft>
              <a:buNone/>
            </a:pPr>
            <a:r>
              <a:rPr lang="en-US" sz="40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🌧️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572000" y="1937244"/>
            <a:ext cx="19771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 Sounds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72000" y="2155113"/>
            <a:ext cx="19771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rain, wind, volcanoes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63119" y="1292466"/>
            <a:ext cx="2090738" cy="1110434"/>
          </a:xfrm>
          <a:prstGeom prst="roundRect">
            <a:avLst>
              <a:gd name="adj" fmla="val 10392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721030" y="1604837"/>
            <a:ext cx="19771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225"/>
              </a:spcAft>
              <a:buNone/>
            </a:pPr>
            <a:r>
              <a:rPr lang="en-US" sz="40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🐘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721030" y="1900112"/>
            <a:ext cx="19771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21030" y="2148369"/>
            <a:ext cx="19771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frogs, elephants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7367" y="3117758"/>
            <a:ext cx="2090738" cy="1101487"/>
          </a:xfrm>
          <a:prstGeom prst="roundRect">
            <a:avLst>
              <a:gd name="adj" fmla="val 10392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277367" y="3460659"/>
            <a:ext cx="19771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225"/>
              </a:spcAft>
              <a:buNone/>
            </a:pPr>
            <a:r>
              <a:rPr lang="en-US" sz="40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💓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277367" y="3755934"/>
            <a:ext cx="19771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77367" y="3993623"/>
            <a:ext cx="19771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heartbeat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425255" y="3117758"/>
            <a:ext cx="2090738" cy="1085605"/>
          </a:xfrm>
          <a:prstGeom prst="roundRect">
            <a:avLst>
              <a:gd name="adj" fmla="val 10392"/>
            </a:avLst>
          </a:prstGeom>
          <a:solidFill>
            <a:srgbClr val="FFF5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2482071" y="3369193"/>
            <a:ext cx="19771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225"/>
              </a:spcAft>
              <a:buNone/>
            </a:pPr>
            <a:r>
              <a:rPr lang="en-US" sz="40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💋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2482071" y="3664468"/>
            <a:ext cx="19771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Kiss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482071" y="3914898"/>
            <a:ext cx="19771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of a kiss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3142" y="3117759"/>
            <a:ext cx="2090738" cy="1101486"/>
          </a:xfrm>
          <a:prstGeom prst="roundRect">
            <a:avLst>
              <a:gd name="adj" fmla="val 10392"/>
            </a:avLst>
          </a:prstGeom>
          <a:solidFill>
            <a:srgbClr val="E8F4F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4628865" y="3351047"/>
            <a:ext cx="19771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225"/>
              </a:spcAft>
              <a:buNone/>
            </a:pPr>
            <a:r>
              <a:rPr lang="en-US" sz="40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4628865" y="3654879"/>
            <a:ext cx="19771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 Photos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29959" y="3898177"/>
            <a:ext cx="19771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human life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19603" y="3139955"/>
            <a:ext cx="2090738" cy="1085604"/>
          </a:xfrm>
          <a:prstGeom prst="roundRect">
            <a:avLst>
              <a:gd name="adj" fmla="val 10392"/>
            </a:avLst>
          </a:prstGeom>
          <a:solidFill>
            <a:srgbClr val="FFF5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6776420" y="3422754"/>
            <a:ext cx="19771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225"/>
              </a:spcAft>
              <a:buNone/>
            </a:pPr>
            <a:r>
              <a:rPr lang="en-US" sz="36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776420" y="3768302"/>
            <a:ext cx="19771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76752" y="3993622"/>
            <a:ext cx="19771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Earth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854964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spcAft>
                <a:spcPts val="9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Your "Class 2A" Golden Record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032421"/>
            <a:ext cx="854964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spcAft>
                <a:spcPts val="105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 groups (3-4). Choose 4 items to send to aliens in 1,000 years: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81000" y="1495574"/>
            <a:ext cx="5924550" cy="784771"/>
          </a:xfrm>
          <a:prstGeom prst="roundRect">
            <a:avLst>
              <a:gd name="adj" fmla="val 1456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4813" y="1495574"/>
            <a:ext cx="0" cy="784771"/>
          </a:xfrm>
          <a:prstGeom prst="line">
            <a:avLst/>
          </a:prstGeom>
          <a:noFill/>
          <a:ln w="47625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6" name="Text 4"/>
          <p:cNvSpPr/>
          <p:nvPr/>
        </p:nvSpPr>
        <p:spPr>
          <a:xfrm>
            <a:off x="600075" y="1628924"/>
            <a:ext cx="564470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🎵 A Song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00075" y="1960364"/>
            <a:ext cx="56447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song represents you and your friends?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2375595"/>
            <a:ext cx="5924550" cy="784771"/>
          </a:xfrm>
          <a:prstGeom prst="roundRect">
            <a:avLst>
              <a:gd name="adj" fmla="val 1456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04813" y="2375595"/>
            <a:ext cx="0" cy="784771"/>
          </a:xfrm>
          <a:prstGeom prst="line">
            <a:avLst/>
          </a:prstGeom>
          <a:noFill/>
          <a:ln w="47625">
            <a:solidFill>
              <a:srgbClr val="00A3E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00075" y="2508945"/>
            <a:ext cx="564470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A Photo or Video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00075" y="2840385"/>
            <a:ext cx="56447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School? City? Food? TikTok?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000" y="3255615"/>
            <a:ext cx="5924550" cy="784771"/>
          </a:xfrm>
          <a:prstGeom prst="roundRect">
            <a:avLst>
              <a:gd name="adj" fmla="val 1456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4813" y="3255615"/>
            <a:ext cx="0" cy="784771"/>
          </a:xfrm>
          <a:prstGeom prst="line">
            <a:avLst/>
          </a:prstGeom>
          <a:noFill/>
          <a:ln w="476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00075" y="3388965"/>
            <a:ext cx="564470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An Object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00075" y="3720405"/>
            <a:ext cx="56447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typical for 2025 kids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1000" y="4135636"/>
            <a:ext cx="5924550" cy="784771"/>
          </a:xfrm>
          <a:prstGeom prst="roundRect">
            <a:avLst>
              <a:gd name="adj" fmla="val 1456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4813" y="4135636"/>
            <a:ext cx="0" cy="784771"/>
          </a:xfrm>
          <a:prstGeom prst="line">
            <a:avLst/>
          </a:prstGeom>
          <a:noFill/>
          <a:ln w="47625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00075" y="4268986"/>
            <a:ext cx="5644706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A Message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00075" y="4600426"/>
            <a:ext cx="56447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 in English for the aliens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77000" y="285751"/>
            <a:ext cx="2286000" cy="4441180"/>
          </a:xfrm>
          <a:prstGeom prst="roundRect">
            <a:avLst>
              <a:gd name="adj" fmla="val 5833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638109" y="394724"/>
            <a:ext cx="1981200" cy="4205701"/>
          </a:xfrm>
          <a:prstGeom prst="roundRect">
            <a:avLst>
              <a:gd name="adj" fmla="val 13740"/>
            </a:avLst>
          </a:prstGeom>
          <a:solidFill>
            <a:srgbClr val="F5822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756273" y="543075"/>
            <a:ext cx="1787652" cy="3931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Discuss some ideas in your group</a:t>
            </a:r>
          </a:p>
          <a:p>
            <a:pPr marL="0" indent="0" algn="ctr">
              <a:lnSpc>
                <a:spcPts val="1890"/>
              </a:lnSpc>
              <a:buNone/>
            </a:pPr>
            <a:endParaRPr lang="en-US" sz="135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ts val="1890"/>
              </a:lnSpc>
              <a:buNone/>
            </a:pPr>
            <a:endParaRPr lang="en-US" sz="135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Write a school exercise (title: “Our 2A Golden Record” and write down your notes</a:t>
            </a:r>
          </a:p>
          <a:p>
            <a:pPr marL="0" indent="0" algn="ctr">
              <a:lnSpc>
                <a:spcPts val="1890"/>
              </a:lnSpc>
              <a:buNone/>
            </a:pPr>
            <a:endParaRPr lang="en-US" sz="135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ts val="1890"/>
              </a:lnSpc>
              <a:buNone/>
            </a:pPr>
            <a:endParaRPr lang="en-US" sz="135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Present your Golden Record items to the class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Microsoft Macintosh PowerPoint</Application>
  <PresentationFormat>Bildschirmpräsentation (16:9)</PresentationFormat>
  <Paragraphs>67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8 - UFO Videos</dc:title>
  <dc:subject>PptxGenJS Presentation</dc:subject>
  <dc:creator>PptxGenJS</dc:creator>
  <cp:lastModifiedBy>Orhan Vehabovic</cp:lastModifiedBy>
  <cp:revision>11</cp:revision>
  <dcterms:created xsi:type="dcterms:W3CDTF">2026-01-18T16:21:53Z</dcterms:created>
  <dcterms:modified xsi:type="dcterms:W3CDTF">2026-01-18T17:55:02Z</dcterms:modified>
</cp:coreProperties>
</file>