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Nunito" pitchFamily="2" charset="77"/>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2"/>
  </p:normalViewPr>
  <p:slideViewPr>
    <p:cSldViewPr snapToGrid="0">
      <p:cViewPr varScale="1">
        <p:scale>
          <a:sx n="139" d="100"/>
          <a:sy n="139" d="100"/>
        </p:scale>
        <p:origin x="744"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8c5b86c774_0_6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8c5b86c774_0_6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8c5b86c774_0_6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8c5b86c774_0_6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8c5b86c774_0_6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8c5b86c774_0_6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8c5b86c774_0_6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8c5b86c774_0_6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8c5b86c774_0_6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8c5b86c774_0_6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c5b86c774_0_7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c5b86c774_0_7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8c5b86c774_0_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8c5b86c774_0_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8c5b86c774_0_7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8c5b86c774_0_7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de"/>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13" title="Bildschirmfoto 2025-10-14 um 06.25.56.png"/>
          <p:cNvPicPr preferRelativeResize="0"/>
          <p:nvPr/>
        </p:nvPicPr>
        <p:blipFill>
          <a:blip r:embed="rId3">
            <a:alphaModFix/>
          </a:blip>
          <a:stretch>
            <a:fillRect/>
          </a:stretch>
        </p:blipFill>
        <p:spPr>
          <a:xfrm>
            <a:off x="47650" y="152400"/>
            <a:ext cx="9096350" cy="3230875"/>
          </a:xfrm>
          <a:prstGeom prst="rect">
            <a:avLst/>
          </a:prstGeom>
          <a:noFill/>
          <a:ln>
            <a:noFill/>
          </a:ln>
        </p:spPr>
      </p:pic>
      <p:pic>
        <p:nvPicPr>
          <p:cNvPr id="129" name="Google Shape;129;p13" title="Bildschirmfoto 2025-10-14 um 06.26.11.png"/>
          <p:cNvPicPr preferRelativeResize="0"/>
          <p:nvPr/>
        </p:nvPicPr>
        <p:blipFill>
          <a:blip r:embed="rId4">
            <a:alphaModFix/>
          </a:blip>
          <a:stretch>
            <a:fillRect/>
          </a:stretch>
        </p:blipFill>
        <p:spPr>
          <a:xfrm>
            <a:off x="47650" y="3250811"/>
            <a:ext cx="9143999" cy="18926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989124" y="479602"/>
            <a:ext cx="7547700" cy="3973500"/>
          </a:xfrm>
          <a:prstGeom prst="rect">
            <a:avLst/>
          </a:prstGeom>
        </p:spPr>
        <p:txBody>
          <a:bodyPr spcFirstLastPara="1" wrap="square" lIns="91425" tIns="91425" rIns="91425" bIns="91425" anchor="ctr" anchorCtr="0">
            <a:normAutofit/>
          </a:bodyPr>
          <a:lstStyle/>
          <a:p>
            <a:pPr marL="0" lvl="0" indent="0" algn="l" rtl="0">
              <a:lnSpc>
                <a:spcPct val="80000"/>
              </a:lnSpc>
              <a:spcBef>
                <a:spcPts val="0"/>
              </a:spcBef>
              <a:spcAft>
                <a:spcPts val="0"/>
              </a:spcAft>
              <a:buClr>
                <a:srgbClr val="000000"/>
              </a:buClr>
              <a:buSzPts val="688"/>
              <a:buFont typeface="Arial"/>
              <a:buNone/>
            </a:pPr>
            <a:r>
              <a:rPr lang="de" sz="3300" b="1">
                <a:solidFill>
                  <a:schemeClr val="dk2"/>
                </a:solidFill>
                <a:latin typeface="Calibri"/>
                <a:ea typeface="Calibri"/>
                <a:cs typeface="Calibri"/>
                <a:sym typeface="Calibri"/>
              </a:rPr>
              <a:t>Step 1 – Work in pairs</a:t>
            </a:r>
            <a:endParaRPr sz="3300" b="1">
              <a:solidFill>
                <a:schemeClr val="dk2"/>
              </a:solidFill>
              <a:latin typeface="Calibri"/>
              <a:ea typeface="Calibri"/>
              <a:cs typeface="Calibri"/>
              <a:sym typeface="Calibri"/>
            </a:endParaRPr>
          </a:p>
          <a:p>
            <a:pPr marL="457200" lvl="0" indent="-438150" algn="l" rtl="0">
              <a:lnSpc>
                <a:spcPct val="80000"/>
              </a:lnSpc>
              <a:spcBef>
                <a:spcPts val="0"/>
              </a:spcBef>
              <a:spcAft>
                <a:spcPts val="0"/>
              </a:spcAft>
              <a:buClr>
                <a:schemeClr val="dk2"/>
              </a:buClr>
              <a:buSzPts val="3300"/>
              <a:buFont typeface="Calibri"/>
              <a:buChar char="●"/>
            </a:pPr>
            <a:r>
              <a:rPr lang="de" sz="3300">
                <a:solidFill>
                  <a:schemeClr val="dk2"/>
                </a:solidFill>
                <a:latin typeface="Calibri"/>
                <a:ea typeface="Calibri"/>
                <a:cs typeface="Calibri"/>
                <a:sym typeface="Calibri"/>
              </a:rPr>
              <a:t>Student A: </a:t>
            </a:r>
            <a:r>
              <a:rPr lang="de" sz="3300" b="1">
                <a:solidFill>
                  <a:schemeClr val="dk2"/>
                </a:solidFill>
                <a:latin typeface="Calibri"/>
                <a:ea typeface="Calibri"/>
                <a:cs typeface="Calibri"/>
                <a:sym typeface="Calibri"/>
              </a:rPr>
              <a:t>Read the text about James Holman </a:t>
            </a:r>
            <a:r>
              <a:rPr lang="de" sz="3300">
                <a:solidFill>
                  <a:schemeClr val="dk2"/>
                </a:solidFill>
                <a:latin typeface="Calibri"/>
                <a:ea typeface="Calibri"/>
                <a:cs typeface="Calibri"/>
                <a:sym typeface="Calibri"/>
              </a:rPr>
              <a:t>(page 24–25) and do the tasks below (1 to 9).</a:t>
            </a:r>
            <a:endParaRPr sz="3300">
              <a:solidFill>
                <a:schemeClr val="dk2"/>
              </a:solidFill>
              <a:latin typeface="Calibri"/>
              <a:ea typeface="Calibri"/>
              <a:cs typeface="Calibri"/>
              <a:sym typeface="Calibri"/>
            </a:endParaRPr>
          </a:p>
          <a:p>
            <a:pPr marL="457200" lvl="0" indent="-438150" algn="l" rtl="0">
              <a:lnSpc>
                <a:spcPct val="80000"/>
              </a:lnSpc>
              <a:spcBef>
                <a:spcPts val="0"/>
              </a:spcBef>
              <a:spcAft>
                <a:spcPts val="0"/>
              </a:spcAft>
              <a:buClr>
                <a:schemeClr val="dk2"/>
              </a:buClr>
              <a:buSzPts val="3300"/>
              <a:buFont typeface="Calibri"/>
              <a:buChar char="●"/>
            </a:pPr>
            <a:r>
              <a:rPr lang="de" sz="3300">
                <a:solidFill>
                  <a:schemeClr val="dk2"/>
                </a:solidFill>
                <a:latin typeface="Calibri"/>
                <a:ea typeface="Calibri"/>
                <a:cs typeface="Calibri"/>
                <a:sym typeface="Calibri"/>
              </a:rPr>
              <a:t>Student B: </a:t>
            </a:r>
            <a:r>
              <a:rPr lang="de" sz="3300" b="1">
                <a:solidFill>
                  <a:schemeClr val="dk2"/>
                </a:solidFill>
                <a:latin typeface="Calibri"/>
                <a:ea typeface="Calibri"/>
                <a:cs typeface="Calibri"/>
                <a:sym typeface="Calibri"/>
              </a:rPr>
              <a:t>Read the text about Mary Kingsley</a:t>
            </a:r>
            <a:r>
              <a:rPr lang="de" sz="3300">
                <a:solidFill>
                  <a:schemeClr val="dk2"/>
                </a:solidFill>
                <a:latin typeface="Calibri"/>
                <a:ea typeface="Calibri"/>
                <a:cs typeface="Calibri"/>
                <a:sym typeface="Calibri"/>
              </a:rPr>
              <a:t> (page 26–27) and do the tasks below (1 to 9).</a:t>
            </a:r>
            <a:endParaRPr sz="4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5"/>
          <p:cNvSpPr txBox="1">
            <a:spLocks noGrp="1"/>
          </p:cNvSpPr>
          <p:nvPr>
            <p:ph type="title"/>
          </p:nvPr>
        </p:nvSpPr>
        <p:spPr>
          <a:xfrm>
            <a:off x="881974" y="812977"/>
            <a:ext cx="7547700" cy="3973500"/>
          </a:xfrm>
          <a:prstGeom prst="rect">
            <a:avLst/>
          </a:prstGeom>
        </p:spPr>
        <p:txBody>
          <a:bodyPr spcFirstLastPara="1" wrap="square" lIns="91425" tIns="91425" rIns="91425" bIns="91425" anchor="ctr" anchorCtr="0">
            <a:normAutofit/>
          </a:bodyPr>
          <a:lstStyle/>
          <a:p>
            <a:pPr marL="0" lvl="0" indent="0" algn="l" rtl="0">
              <a:lnSpc>
                <a:spcPct val="80000"/>
              </a:lnSpc>
              <a:spcBef>
                <a:spcPts val="0"/>
              </a:spcBef>
              <a:spcAft>
                <a:spcPts val="0"/>
              </a:spcAft>
              <a:buClr>
                <a:srgbClr val="000000"/>
              </a:buClr>
              <a:buSzPts val="688"/>
              <a:buFont typeface="Arial"/>
              <a:buNone/>
            </a:pPr>
            <a:r>
              <a:rPr lang="de" sz="2400" b="1">
                <a:solidFill>
                  <a:schemeClr val="dk2"/>
                </a:solidFill>
                <a:latin typeface="Calibri"/>
                <a:ea typeface="Calibri"/>
                <a:cs typeface="Calibri"/>
                <a:sym typeface="Calibri"/>
              </a:rPr>
              <a:t>Step 2 </a:t>
            </a:r>
            <a:r>
              <a:rPr lang="de" sz="2400">
                <a:solidFill>
                  <a:schemeClr val="dk2"/>
                </a:solidFill>
                <a:latin typeface="Calibri"/>
                <a:ea typeface="Calibri"/>
                <a:cs typeface="Calibri"/>
                <a:sym typeface="Calibri"/>
              </a:rPr>
              <a:t>– Prepare a short </a:t>
            </a:r>
            <a:r>
              <a:rPr lang="de" sz="2400" b="1">
                <a:solidFill>
                  <a:schemeClr val="dk2"/>
                </a:solidFill>
                <a:latin typeface="Calibri"/>
                <a:ea typeface="Calibri"/>
                <a:cs typeface="Calibri"/>
                <a:sym typeface="Calibri"/>
              </a:rPr>
              <a:t>summary</a:t>
            </a:r>
            <a:r>
              <a:rPr lang="de" sz="2400">
                <a:solidFill>
                  <a:schemeClr val="dk2"/>
                </a:solidFill>
                <a:latin typeface="Calibri"/>
                <a:ea typeface="Calibri"/>
                <a:cs typeface="Calibri"/>
                <a:sym typeface="Calibri"/>
              </a:rPr>
              <a:t> for your partner. Use the questions below to help you talk about your traveller. Write your notes in your school exercise book: </a:t>
            </a:r>
            <a:endParaRPr sz="2400">
              <a:solidFill>
                <a:schemeClr val="dk2"/>
              </a:solidFill>
              <a:latin typeface="Calibri"/>
              <a:ea typeface="Calibri"/>
              <a:cs typeface="Calibri"/>
              <a:sym typeface="Calibri"/>
            </a:endParaRPr>
          </a:p>
          <a:p>
            <a:pPr marL="457200" lvl="0" indent="-381000" algn="l" rtl="0">
              <a:lnSpc>
                <a:spcPct val="80000"/>
              </a:lnSpc>
              <a:spcBef>
                <a:spcPts val="0"/>
              </a:spcBef>
              <a:spcAft>
                <a:spcPts val="0"/>
              </a:spcAft>
              <a:buClr>
                <a:schemeClr val="dk2"/>
              </a:buClr>
              <a:buSzPts val="2400"/>
              <a:buFont typeface="Calibri"/>
              <a:buChar char="-"/>
            </a:pPr>
            <a:r>
              <a:rPr lang="de" sz="2400" b="1" i="1">
                <a:solidFill>
                  <a:schemeClr val="dk2"/>
                </a:solidFill>
                <a:latin typeface="Calibri"/>
                <a:ea typeface="Calibri"/>
                <a:cs typeface="Calibri"/>
                <a:sym typeface="Calibri"/>
              </a:rPr>
              <a:t>Who</a:t>
            </a:r>
            <a:r>
              <a:rPr lang="de" sz="2400" i="1">
                <a:solidFill>
                  <a:schemeClr val="dk2"/>
                </a:solidFill>
                <a:latin typeface="Calibri"/>
                <a:ea typeface="Calibri"/>
                <a:cs typeface="Calibri"/>
                <a:sym typeface="Calibri"/>
              </a:rPr>
              <a:t> was this </a:t>
            </a:r>
            <a:r>
              <a:rPr lang="de" sz="2400" b="1" i="1">
                <a:solidFill>
                  <a:schemeClr val="dk2"/>
                </a:solidFill>
                <a:latin typeface="Calibri"/>
                <a:ea typeface="Calibri"/>
                <a:cs typeface="Calibri"/>
                <a:sym typeface="Calibri"/>
              </a:rPr>
              <a:t>person</a:t>
            </a:r>
            <a:r>
              <a:rPr lang="de" sz="2400" i="1">
                <a:solidFill>
                  <a:schemeClr val="dk2"/>
                </a:solidFill>
                <a:latin typeface="Calibri"/>
                <a:ea typeface="Calibri"/>
                <a:cs typeface="Calibri"/>
                <a:sym typeface="Calibri"/>
              </a:rPr>
              <a:t> and </a:t>
            </a:r>
            <a:r>
              <a:rPr lang="de" sz="2400" b="1" i="1">
                <a:solidFill>
                  <a:schemeClr val="dk2"/>
                </a:solidFill>
                <a:latin typeface="Calibri"/>
                <a:ea typeface="Calibri"/>
                <a:cs typeface="Calibri"/>
                <a:sym typeface="Calibri"/>
              </a:rPr>
              <a:t>when</a:t>
            </a:r>
            <a:r>
              <a:rPr lang="de" sz="2400" i="1">
                <a:solidFill>
                  <a:schemeClr val="dk2"/>
                </a:solidFill>
                <a:latin typeface="Calibri"/>
                <a:ea typeface="Calibri"/>
                <a:cs typeface="Calibri"/>
                <a:sym typeface="Calibri"/>
              </a:rPr>
              <a:t> did they live?</a:t>
            </a:r>
            <a:endParaRPr sz="2400" i="1">
              <a:solidFill>
                <a:schemeClr val="dk2"/>
              </a:solidFill>
              <a:latin typeface="Calibri"/>
              <a:ea typeface="Calibri"/>
              <a:cs typeface="Calibri"/>
              <a:sym typeface="Calibri"/>
            </a:endParaRPr>
          </a:p>
          <a:p>
            <a:pPr marL="457200" lvl="0" indent="-381000" algn="l" rtl="0">
              <a:lnSpc>
                <a:spcPct val="80000"/>
              </a:lnSpc>
              <a:spcBef>
                <a:spcPts val="0"/>
              </a:spcBef>
              <a:spcAft>
                <a:spcPts val="0"/>
              </a:spcAft>
              <a:buClr>
                <a:schemeClr val="dk2"/>
              </a:buClr>
              <a:buSzPts val="2400"/>
              <a:buFont typeface="Calibri"/>
              <a:buChar char="-"/>
            </a:pPr>
            <a:r>
              <a:rPr lang="de" sz="2400" b="1" i="1">
                <a:solidFill>
                  <a:schemeClr val="dk2"/>
                </a:solidFill>
                <a:latin typeface="Calibri"/>
                <a:ea typeface="Calibri"/>
                <a:cs typeface="Calibri"/>
                <a:sym typeface="Calibri"/>
              </a:rPr>
              <a:t>What challenges</a:t>
            </a:r>
            <a:r>
              <a:rPr lang="de" sz="2400" i="1">
                <a:solidFill>
                  <a:schemeClr val="dk2"/>
                </a:solidFill>
                <a:latin typeface="Calibri"/>
                <a:ea typeface="Calibri"/>
                <a:cs typeface="Calibri"/>
                <a:sym typeface="Calibri"/>
              </a:rPr>
              <a:t> or </a:t>
            </a:r>
            <a:r>
              <a:rPr lang="de" sz="2400" b="1" i="1">
                <a:solidFill>
                  <a:schemeClr val="dk2"/>
                </a:solidFill>
                <a:latin typeface="Calibri"/>
                <a:ea typeface="Calibri"/>
                <a:cs typeface="Calibri"/>
                <a:sym typeface="Calibri"/>
              </a:rPr>
              <a:t>problems</a:t>
            </a:r>
            <a:r>
              <a:rPr lang="de" sz="2400" i="1">
                <a:solidFill>
                  <a:schemeClr val="dk2"/>
                </a:solidFill>
                <a:latin typeface="Calibri"/>
                <a:ea typeface="Calibri"/>
                <a:cs typeface="Calibri"/>
                <a:sym typeface="Calibri"/>
              </a:rPr>
              <a:t> did this person face?</a:t>
            </a:r>
            <a:endParaRPr sz="2400" i="1">
              <a:solidFill>
                <a:schemeClr val="dk2"/>
              </a:solidFill>
              <a:latin typeface="Calibri"/>
              <a:ea typeface="Calibri"/>
              <a:cs typeface="Calibri"/>
              <a:sym typeface="Calibri"/>
            </a:endParaRPr>
          </a:p>
          <a:p>
            <a:pPr marL="457200" lvl="0" indent="-381000" algn="l" rtl="0">
              <a:lnSpc>
                <a:spcPct val="80000"/>
              </a:lnSpc>
              <a:spcBef>
                <a:spcPts val="0"/>
              </a:spcBef>
              <a:spcAft>
                <a:spcPts val="0"/>
              </a:spcAft>
              <a:buClr>
                <a:schemeClr val="dk2"/>
              </a:buClr>
              <a:buSzPts val="2400"/>
              <a:buFont typeface="Calibri"/>
              <a:buChar char="-"/>
            </a:pPr>
            <a:r>
              <a:rPr lang="de" sz="2400" b="1" i="1">
                <a:solidFill>
                  <a:schemeClr val="dk2"/>
                </a:solidFill>
                <a:latin typeface="Calibri"/>
                <a:ea typeface="Calibri"/>
                <a:cs typeface="Calibri"/>
                <a:sym typeface="Calibri"/>
              </a:rPr>
              <a:t>Where</a:t>
            </a:r>
            <a:r>
              <a:rPr lang="de" sz="2400" i="1">
                <a:solidFill>
                  <a:schemeClr val="dk2"/>
                </a:solidFill>
                <a:latin typeface="Calibri"/>
                <a:ea typeface="Calibri"/>
                <a:cs typeface="Calibri"/>
                <a:sym typeface="Calibri"/>
              </a:rPr>
              <a:t> did this person </a:t>
            </a:r>
            <a:r>
              <a:rPr lang="de" sz="2400" b="1" i="1">
                <a:solidFill>
                  <a:schemeClr val="dk2"/>
                </a:solidFill>
                <a:latin typeface="Calibri"/>
                <a:ea typeface="Calibri"/>
                <a:cs typeface="Calibri"/>
                <a:sym typeface="Calibri"/>
              </a:rPr>
              <a:t>travel</a:t>
            </a:r>
            <a:r>
              <a:rPr lang="de" sz="2400" i="1">
                <a:solidFill>
                  <a:schemeClr val="dk2"/>
                </a:solidFill>
                <a:latin typeface="Calibri"/>
                <a:ea typeface="Calibri"/>
                <a:cs typeface="Calibri"/>
                <a:sym typeface="Calibri"/>
              </a:rPr>
              <a:t>? Give some examples of places.</a:t>
            </a:r>
            <a:endParaRPr sz="2400" i="1">
              <a:solidFill>
                <a:schemeClr val="dk2"/>
              </a:solidFill>
              <a:latin typeface="Calibri"/>
              <a:ea typeface="Calibri"/>
              <a:cs typeface="Calibri"/>
              <a:sym typeface="Calibri"/>
            </a:endParaRPr>
          </a:p>
          <a:p>
            <a:pPr marL="457200" lvl="0" indent="-381000" algn="l" rtl="0">
              <a:lnSpc>
                <a:spcPct val="80000"/>
              </a:lnSpc>
              <a:spcBef>
                <a:spcPts val="0"/>
              </a:spcBef>
              <a:spcAft>
                <a:spcPts val="0"/>
              </a:spcAft>
              <a:buClr>
                <a:schemeClr val="dk2"/>
              </a:buClr>
              <a:buSzPts val="2400"/>
              <a:buFont typeface="Calibri"/>
              <a:buChar char="-"/>
            </a:pPr>
            <a:r>
              <a:rPr lang="de" sz="2400" b="1" i="1">
                <a:solidFill>
                  <a:schemeClr val="dk2"/>
                </a:solidFill>
                <a:latin typeface="Calibri"/>
                <a:ea typeface="Calibri"/>
                <a:cs typeface="Calibri"/>
                <a:sym typeface="Calibri"/>
              </a:rPr>
              <a:t>What</a:t>
            </a:r>
            <a:r>
              <a:rPr lang="de" sz="2400" i="1">
                <a:solidFill>
                  <a:schemeClr val="dk2"/>
                </a:solidFill>
                <a:latin typeface="Calibri"/>
                <a:ea typeface="Calibri"/>
                <a:cs typeface="Calibri"/>
                <a:sym typeface="Calibri"/>
              </a:rPr>
              <a:t> interesting or dangerous </a:t>
            </a:r>
            <a:r>
              <a:rPr lang="de" sz="2400" b="1" i="1">
                <a:solidFill>
                  <a:schemeClr val="dk2"/>
                </a:solidFill>
                <a:latin typeface="Calibri"/>
                <a:ea typeface="Calibri"/>
                <a:cs typeface="Calibri"/>
                <a:sym typeface="Calibri"/>
              </a:rPr>
              <a:t>adventures</a:t>
            </a:r>
            <a:r>
              <a:rPr lang="de" sz="2400" i="1">
                <a:solidFill>
                  <a:schemeClr val="dk2"/>
                </a:solidFill>
                <a:latin typeface="Calibri"/>
                <a:ea typeface="Calibri"/>
                <a:cs typeface="Calibri"/>
                <a:sym typeface="Calibri"/>
              </a:rPr>
              <a:t> did they have? Give 2-3 examples.</a:t>
            </a:r>
            <a:endParaRPr sz="2400" i="1">
              <a:solidFill>
                <a:schemeClr val="dk2"/>
              </a:solidFill>
              <a:latin typeface="Calibri"/>
              <a:ea typeface="Calibri"/>
              <a:cs typeface="Calibri"/>
              <a:sym typeface="Calibri"/>
            </a:endParaRPr>
          </a:p>
          <a:p>
            <a:pPr marL="457200" lvl="0" indent="-381000" algn="l" rtl="0">
              <a:lnSpc>
                <a:spcPct val="80000"/>
              </a:lnSpc>
              <a:spcBef>
                <a:spcPts val="0"/>
              </a:spcBef>
              <a:spcAft>
                <a:spcPts val="0"/>
              </a:spcAft>
              <a:buClr>
                <a:schemeClr val="dk2"/>
              </a:buClr>
              <a:buSzPts val="2400"/>
              <a:buFont typeface="Calibri"/>
              <a:buChar char="-"/>
            </a:pPr>
            <a:r>
              <a:rPr lang="de" sz="2400" b="1" i="1">
                <a:solidFill>
                  <a:schemeClr val="dk2"/>
                </a:solidFill>
                <a:latin typeface="Calibri"/>
                <a:ea typeface="Calibri"/>
                <a:cs typeface="Calibri"/>
                <a:sym typeface="Calibri"/>
              </a:rPr>
              <a:t>Why</a:t>
            </a:r>
            <a:r>
              <a:rPr lang="de" sz="2400" i="1">
                <a:solidFill>
                  <a:schemeClr val="dk2"/>
                </a:solidFill>
                <a:latin typeface="Calibri"/>
                <a:ea typeface="Calibri"/>
                <a:cs typeface="Calibri"/>
                <a:sym typeface="Calibri"/>
              </a:rPr>
              <a:t> was this person </a:t>
            </a:r>
            <a:r>
              <a:rPr lang="de" sz="2400" b="1" i="1">
                <a:solidFill>
                  <a:schemeClr val="dk2"/>
                </a:solidFill>
                <a:latin typeface="Calibri"/>
                <a:ea typeface="Calibri"/>
                <a:cs typeface="Calibri"/>
                <a:sym typeface="Calibri"/>
              </a:rPr>
              <a:t>special</a:t>
            </a:r>
            <a:r>
              <a:rPr lang="de" sz="2400" i="1">
                <a:solidFill>
                  <a:schemeClr val="dk2"/>
                </a:solidFill>
                <a:latin typeface="Calibri"/>
                <a:ea typeface="Calibri"/>
                <a:cs typeface="Calibri"/>
                <a:sym typeface="Calibri"/>
              </a:rPr>
              <a:t> or </a:t>
            </a:r>
            <a:r>
              <a:rPr lang="de" sz="2400" b="1" i="1">
                <a:solidFill>
                  <a:schemeClr val="dk2"/>
                </a:solidFill>
                <a:latin typeface="Calibri"/>
                <a:ea typeface="Calibri"/>
                <a:cs typeface="Calibri"/>
                <a:sym typeface="Calibri"/>
              </a:rPr>
              <a:t>famous</a:t>
            </a:r>
            <a:r>
              <a:rPr lang="de" sz="2400" i="1">
                <a:solidFill>
                  <a:schemeClr val="dk2"/>
                </a:solidFill>
                <a:latin typeface="Calibri"/>
                <a:ea typeface="Calibri"/>
                <a:cs typeface="Calibri"/>
                <a:sym typeface="Calibri"/>
              </a:rPr>
              <a:t>?</a:t>
            </a:r>
            <a:endParaRPr sz="55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6"/>
          <p:cNvSpPr txBox="1">
            <a:spLocks noGrp="1"/>
          </p:cNvSpPr>
          <p:nvPr>
            <p:ph type="title"/>
          </p:nvPr>
        </p:nvSpPr>
        <p:spPr>
          <a:xfrm>
            <a:off x="881974" y="812977"/>
            <a:ext cx="7547700" cy="3973500"/>
          </a:xfrm>
          <a:prstGeom prst="rect">
            <a:avLst/>
          </a:prstGeom>
        </p:spPr>
        <p:txBody>
          <a:bodyPr spcFirstLastPara="1" wrap="square" lIns="91425" tIns="91425" rIns="91425" bIns="91425" anchor="ctr" anchorCtr="0">
            <a:normAutofit/>
          </a:bodyPr>
          <a:lstStyle/>
          <a:p>
            <a:pPr marL="0" lvl="0" indent="0" algn="l" rtl="0">
              <a:lnSpc>
                <a:spcPct val="80000"/>
              </a:lnSpc>
              <a:spcBef>
                <a:spcPts val="0"/>
              </a:spcBef>
              <a:spcAft>
                <a:spcPts val="0"/>
              </a:spcAft>
              <a:buNone/>
            </a:pPr>
            <a:r>
              <a:rPr lang="de" sz="3800" b="1">
                <a:solidFill>
                  <a:schemeClr val="dk2"/>
                </a:solidFill>
                <a:latin typeface="Calibri"/>
                <a:ea typeface="Calibri"/>
                <a:cs typeface="Calibri"/>
                <a:sym typeface="Calibri"/>
              </a:rPr>
              <a:t>Step 3</a:t>
            </a:r>
            <a:r>
              <a:rPr lang="de" sz="3800">
                <a:solidFill>
                  <a:schemeClr val="dk2"/>
                </a:solidFill>
                <a:latin typeface="Calibri"/>
                <a:ea typeface="Calibri"/>
                <a:cs typeface="Calibri"/>
                <a:sym typeface="Calibri"/>
              </a:rPr>
              <a:t> – Tell your partner about your traveller and his or her story. The other person listens carefully.</a:t>
            </a:r>
            <a:endParaRPr sz="76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7"/>
          <p:cNvSpPr txBox="1">
            <a:spLocks noGrp="1"/>
          </p:cNvSpPr>
          <p:nvPr>
            <p:ph type="title"/>
          </p:nvPr>
        </p:nvSpPr>
        <p:spPr>
          <a:xfrm>
            <a:off x="881974" y="812977"/>
            <a:ext cx="7547700" cy="3973500"/>
          </a:xfrm>
          <a:prstGeom prst="rect">
            <a:avLst/>
          </a:prstGeom>
        </p:spPr>
        <p:txBody>
          <a:bodyPr spcFirstLastPara="1" wrap="square" lIns="91425" tIns="91425" rIns="91425" bIns="91425" anchor="ctr" anchorCtr="0">
            <a:normAutofit/>
          </a:bodyPr>
          <a:lstStyle/>
          <a:p>
            <a:pPr marL="0" lvl="0" indent="0" algn="l" rtl="0">
              <a:lnSpc>
                <a:spcPct val="80000"/>
              </a:lnSpc>
              <a:spcBef>
                <a:spcPts val="0"/>
              </a:spcBef>
              <a:spcAft>
                <a:spcPts val="0"/>
              </a:spcAft>
              <a:buNone/>
            </a:pPr>
            <a:r>
              <a:rPr lang="de" sz="2900" b="1">
                <a:solidFill>
                  <a:schemeClr val="dk2"/>
                </a:solidFill>
                <a:latin typeface="Calibri"/>
                <a:ea typeface="Calibri"/>
                <a:cs typeface="Calibri"/>
                <a:sym typeface="Calibri"/>
              </a:rPr>
              <a:t>Step 4</a:t>
            </a:r>
            <a:r>
              <a:rPr lang="de" sz="2900">
                <a:solidFill>
                  <a:schemeClr val="dk2"/>
                </a:solidFill>
                <a:latin typeface="Calibri"/>
                <a:ea typeface="Calibri"/>
                <a:cs typeface="Calibri"/>
                <a:sym typeface="Calibri"/>
              </a:rPr>
              <a:t> – Switch tasks: After listening to your partner, read the other text and do the tasks the task. </a:t>
            </a:r>
            <a:endParaRPr sz="2900">
              <a:solidFill>
                <a:schemeClr val="dk2"/>
              </a:solidFill>
              <a:latin typeface="Calibri"/>
              <a:ea typeface="Calibri"/>
              <a:cs typeface="Calibri"/>
              <a:sym typeface="Calibri"/>
            </a:endParaRPr>
          </a:p>
          <a:p>
            <a:pPr marL="0" lvl="0" indent="0" algn="l" rtl="0">
              <a:lnSpc>
                <a:spcPct val="80000"/>
              </a:lnSpc>
              <a:spcBef>
                <a:spcPts val="0"/>
              </a:spcBef>
              <a:spcAft>
                <a:spcPts val="0"/>
              </a:spcAft>
              <a:buNone/>
            </a:pPr>
            <a:endParaRPr sz="2900">
              <a:solidFill>
                <a:schemeClr val="dk2"/>
              </a:solidFill>
              <a:latin typeface="Calibri"/>
              <a:ea typeface="Calibri"/>
              <a:cs typeface="Calibri"/>
              <a:sym typeface="Calibri"/>
            </a:endParaRPr>
          </a:p>
          <a:p>
            <a:pPr marL="0" lvl="0" indent="0" algn="l" rtl="0">
              <a:lnSpc>
                <a:spcPct val="80000"/>
              </a:lnSpc>
              <a:spcBef>
                <a:spcPts val="0"/>
              </a:spcBef>
              <a:spcAft>
                <a:spcPts val="0"/>
              </a:spcAft>
              <a:buClr>
                <a:srgbClr val="000000"/>
              </a:buClr>
              <a:buSzPts val="688"/>
              <a:buFont typeface="Arial"/>
              <a:buNone/>
            </a:pPr>
            <a:r>
              <a:rPr lang="de" sz="2900">
                <a:solidFill>
                  <a:schemeClr val="dk2"/>
                </a:solidFill>
                <a:latin typeface="Calibri"/>
                <a:ea typeface="Calibri"/>
                <a:cs typeface="Calibri"/>
                <a:sym typeface="Calibri"/>
              </a:rPr>
              <a:t>How well did your partner’s summary help you?</a:t>
            </a:r>
            <a:endParaRPr sz="5000" b="1">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a:spLocks noGrp="1"/>
          </p:cNvSpPr>
          <p:nvPr>
            <p:ph type="title"/>
          </p:nvPr>
        </p:nvSpPr>
        <p:spPr>
          <a:xfrm>
            <a:off x="881974" y="812977"/>
            <a:ext cx="7547700" cy="3973500"/>
          </a:xfrm>
          <a:prstGeom prst="rect">
            <a:avLst/>
          </a:prstGeom>
        </p:spPr>
        <p:txBody>
          <a:bodyPr spcFirstLastPara="1" wrap="square" lIns="91425" tIns="91425" rIns="91425" bIns="91425" anchor="ctr" anchorCtr="0">
            <a:normAutofit/>
          </a:bodyPr>
          <a:lstStyle/>
          <a:p>
            <a:pPr marL="0" lvl="0" indent="0" algn="l" rtl="0">
              <a:lnSpc>
                <a:spcPct val="80000"/>
              </a:lnSpc>
              <a:spcBef>
                <a:spcPts val="0"/>
              </a:spcBef>
              <a:spcAft>
                <a:spcPts val="0"/>
              </a:spcAft>
              <a:buClr>
                <a:srgbClr val="000000"/>
              </a:buClr>
              <a:buSzPts val="688"/>
              <a:buFont typeface="Arial"/>
              <a:buNone/>
            </a:pPr>
            <a:r>
              <a:rPr lang="de" sz="3000" b="1">
                <a:solidFill>
                  <a:schemeClr val="dk2"/>
                </a:solidFill>
                <a:latin typeface="Calibri"/>
                <a:ea typeface="Calibri"/>
                <a:cs typeface="Calibri"/>
                <a:sym typeface="Calibri"/>
              </a:rPr>
              <a:t>Step X </a:t>
            </a:r>
            <a:r>
              <a:rPr lang="de" sz="3000">
                <a:solidFill>
                  <a:schemeClr val="dk2"/>
                </a:solidFill>
                <a:latin typeface="Calibri"/>
                <a:ea typeface="Calibri"/>
                <a:cs typeface="Calibri"/>
                <a:sym typeface="Calibri"/>
              </a:rPr>
              <a:t>– Let’s notice! </a:t>
            </a:r>
            <a:endParaRPr sz="3000">
              <a:solidFill>
                <a:schemeClr val="dk2"/>
              </a:solidFill>
              <a:latin typeface="Calibri"/>
              <a:ea typeface="Calibri"/>
              <a:cs typeface="Calibri"/>
              <a:sym typeface="Calibri"/>
            </a:endParaRPr>
          </a:p>
          <a:p>
            <a:pPr marL="0" lvl="0" indent="0" algn="l" rtl="0">
              <a:lnSpc>
                <a:spcPct val="80000"/>
              </a:lnSpc>
              <a:spcBef>
                <a:spcPts val="0"/>
              </a:spcBef>
              <a:spcAft>
                <a:spcPts val="0"/>
              </a:spcAft>
              <a:buClr>
                <a:srgbClr val="000000"/>
              </a:buClr>
              <a:buSzPts val="688"/>
              <a:buFont typeface="Arial"/>
              <a:buNone/>
            </a:pPr>
            <a:r>
              <a:rPr lang="de" sz="3000">
                <a:solidFill>
                  <a:schemeClr val="dk2"/>
                </a:solidFill>
                <a:latin typeface="Calibri"/>
                <a:ea typeface="Calibri"/>
                <a:cs typeface="Calibri"/>
                <a:sym typeface="Calibri"/>
              </a:rPr>
              <a:t>→ While you wait or when you finish, look at the Grammar box on page 31.</a:t>
            </a:r>
            <a:endParaRPr sz="3000">
              <a:solidFill>
                <a:schemeClr val="dk2"/>
              </a:solidFill>
              <a:latin typeface="Calibri"/>
              <a:ea typeface="Calibri"/>
              <a:cs typeface="Calibri"/>
              <a:sym typeface="Calibri"/>
            </a:endParaRPr>
          </a:p>
          <a:p>
            <a:pPr marL="0" lvl="0" indent="0" algn="l" rtl="0">
              <a:lnSpc>
                <a:spcPct val="80000"/>
              </a:lnSpc>
              <a:spcBef>
                <a:spcPts val="0"/>
              </a:spcBef>
              <a:spcAft>
                <a:spcPts val="0"/>
              </a:spcAft>
              <a:buNone/>
            </a:pPr>
            <a:endParaRPr sz="3000">
              <a:solidFill>
                <a:schemeClr val="dk2"/>
              </a:solidFill>
              <a:latin typeface="Calibri"/>
              <a:ea typeface="Calibri"/>
              <a:cs typeface="Calibri"/>
              <a:sym typeface="Calibri"/>
            </a:endParaRPr>
          </a:p>
          <a:p>
            <a:pPr marL="0" lvl="0" indent="0" algn="l" rtl="0">
              <a:lnSpc>
                <a:spcPct val="80000"/>
              </a:lnSpc>
              <a:spcBef>
                <a:spcPts val="0"/>
              </a:spcBef>
              <a:spcAft>
                <a:spcPts val="0"/>
              </a:spcAft>
              <a:buNone/>
            </a:pPr>
            <a:r>
              <a:rPr lang="de" sz="3000">
                <a:solidFill>
                  <a:schemeClr val="dk2"/>
                </a:solidFill>
                <a:latin typeface="Calibri"/>
                <a:ea typeface="Calibri"/>
                <a:cs typeface="Calibri"/>
                <a:sym typeface="Calibri"/>
              </a:rPr>
              <a:t>→ Read the </a:t>
            </a:r>
            <a:r>
              <a:rPr lang="de" sz="3000" b="1">
                <a:solidFill>
                  <a:schemeClr val="dk2"/>
                </a:solidFill>
                <a:latin typeface="Calibri"/>
                <a:ea typeface="Calibri"/>
                <a:cs typeface="Calibri"/>
                <a:sym typeface="Calibri"/>
              </a:rPr>
              <a:t>time linkers</a:t>
            </a:r>
            <a:r>
              <a:rPr lang="de" sz="3000">
                <a:solidFill>
                  <a:schemeClr val="dk2"/>
                </a:solidFill>
                <a:latin typeface="Calibri"/>
                <a:ea typeface="Calibri"/>
                <a:cs typeface="Calibri"/>
                <a:sym typeface="Calibri"/>
              </a:rPr>
              <a:t> and the example sentences. </a:t>
            </a:r>
            <a:endParaRPr sz="3000">
              <a:solidFill>
                <a:schemeClr val="dk2"/>
              </a:solidFill>
              <a:latin typeface="Calibri"/>
              <a:ea typeface="Calibri"/>
              <a:cs typeface="Calibri"/>
              <a:sym typeface="Calibri"/>
            </a:endParaRPr>
          </a:p>
          <a:p>
            <a:pPr marL="0" lvl="0" indent="0" algn="l" rtl="0">
              <a:lnSpc>
                <a:spcPct val="80000"/>
              </a:lnSpc>
              <a:spcBef>
                <a:spcPts val="0"/>
              </a:spcBef>
              <a:spcAft>
                <a:spcPts val="0"/>
              </a:spcAft>
              <a:buClr>
                <a:srgbClr val="000000"/>
              </a:buClr>
              <a:buSzPts val="688"/>
              <a:buFont typeface="Arial"/>
              <a:buNone/>
            </a:pPr>
            <a:endParaRPr sz="3000">
              <a:solidFill>
                <a:schemeClr val="dk2"/>
              </a:solidFill>
              <a:latin typeface="Calibri"/>
              <a:ea typeface="Calibri"/>
              <a:cs typeface="Calibri"/>
              <a:sym typeface="Calibri"/>
            </a:endParaRPr>
          </a:p>
          <a:p>
            <a:pPr marL="0" lvl="0" indent="0" algn="l" rtl="0">
              <a:lnSpc>
                <a:spcPct val="80000"/>
              </a:lnSpc>
              <a:spcBef>
                <a:spcPts val="0"/>
              </a:spcBef>
              <a:spcAft>
                <a:spcPts val="0"/>
              </a:spcAft>
              <a:buClr>
                <a:srgbClr val="000000"/>
              </a:buClr>
              <a:buSzPts val="688"/>
              <a:buFont typeface="Arial"/>
              <a:buNone/>
            </a:pPr>
            <a:r>
              <a:rPr lang="de" sz="3000">
                <a:solidFill>
                  <a:schemeClr val="dk2"/>
                </a:solidFill>
                <a:latin typeface="Calibri"/>
                <a:ea typeface="Calibri"/>
                <a:cs typeface="Calibri"/>
                <a:sym typeface="Calibri"/>
              </a:rPr>
              <a:t>→ Go back to your texts and </a:t>
            </a:r>
            <a:r>
              <a:rPr lang="de" sz="3000" b="1">
                <a:solidFill>
                  <a:schemeClr val="dk2"/>
                </a:solidFill>
                <a:latin typeface="Calibri"/>
                <a:ea typeface="Calibri"/>
                <a:cs typeface="Calibri"/>
                <a:sym typeface="Calibri"/>
              </a:rPr>
              <a:t>underline or highlight these words.</a:t>
            </a:r>
            <a:endParaRPr sz="4200">
              <a:solidFill>
                <a:schemeClr val="dk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9"/>
          <p:cNvSpPr txBox="1">
            <a:spLocks noGrp="1"/>
          </p:cNvSpPr>
          <p:nvPr>
            <p:ph type="subTitle" idx="1"/>
          </p:nvPr>
        </p:nvSpPr>
        <p:spPr>
          <a:xfrm>
            <a:off x="197275" y="218325"/>
            <a:ext cx="8580965" cy="47109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SzPts val="688"/>
              <a:buNone/>
            </a:pPr>
            <a:r>
              <a:rPr lang="de" sz="1700" b="1" dirty="0" err="1">
                <a:solidFill>
                  <a:schemeClr val="dk2"/>
                </a:solidFill>
              </a:rPr>
              <a:t>Step</a:t>
            </a:r>
            <a:r>
              <a:rPr lang="de" sz="1700" b="1" dirty="0">
                <a:solidFill>
                  <a:schemeClr val="dk2"/>
                </a:solidFill>
              </a:rPr>
              <a:t> 1 – Work in </a:t>
            </a:r>
            <a:r>
              <a:rPr lang="de" sz="1700" b="1" dirty="0" err="1">
                <a:solidFill>
                  <a:schemeClr val="dk2"/>
                </a:solidFill>
              </a:rPr>
              <a:t>pairs</a:t>
            </a:r>
            <a:endParaRPr sz="1700" b="1" dirty="0">
              <a:solidFill>
                <a:schemeClr val="dk2"/>
              </a:solidFill>
            </a:endParaRPr>
          </a:p>
          <a:p>
            <a:pPr marL="0" lvl="0" indent="0" algn="l" rtl="0">
              <a:lnSpc>
                <a:spcPct val="80000"/>
              </a:lnSpc>
              <a:spcBef>
                <a:spcPts val="0"/>
              </a:spcBef>
              <a:spcAft>
                <a:spcPts val="0"/>
              </a:spcAft>
              <a:buSzPts val="688"/>
              <a:buNone/>
            </a:pPr>
            <a:r>
              <a:rPr lang="de" sz="1700" dirty="0">
                <a:solidFill>
                  <a:schemeClr val="dk2"/>
                </a:solidFill>
              </a:rPr>
              <a:t>Student A: </a:t>
            </a:r>
            <a:r>
              <a:rPr lang="de" sz="1700" b="1" dirty="0">
                <a:solidFill>
                  <a:schemeClr val="dk2"/>
                </a:solidFill>
              </a:rPr>
              <a:t>Read </a:t>
            </a:r>
            <a:r>
              <a:rPr lang="de" sz="1700" b="1" dirty="0" err="1">
                <a:solidFill>
                  <a:schemeClr val="dk2"/>
                </a:solidFill>
              </a:rPr>
              <a:t>the</a:t>
            </a:r>
            <a:r>
              <a:rPr lang="de" sz="1700" b="1" dirty="0">
                <a:solidFill>
                  <a:schemeClr val="dk2"/>
                </a:solidFill>
              </a:rPr>
              <a:t> </a:t>
            </a:r>
            <a:r>
              <a:rPr lang="de" sz="1700" b="1" dirty="0" err="1">
                <a:solidFill>
                  <a:schemeClr val="dk2"/>
                </a:solidFill>
              </a:rPr>
              <a:t>text</a:t>
            </a:r>
            <a:r>
              <a:rPr lang="de" sz="1700" b="1" dirty="0">
                <a:solidFill>
                  <a:schemeClr val="dk2"/>
                </a:solidFill>
              </a:rPr>
              <a:t> </a:t>
            </a:r>
            <a:r>
              <a:rPr lang="de" sz="1700" b="1" dirty="0" err="1">
                <a:solidFill>
                  <a:schemeClr val="dk2"/>
                </a:solidFill>
              </a:rPr>
              <a:t>about</a:t>
            </a:r>
            <a:r>
              <a:rPr lang="de" sz="1700" b="1" dirty="0">
                <a:solidFill>
                  <a:schemeClr val="dk2"/>
                </a:solidFill>
              </a:rPr>
              <a:t> James Holman </a:t>
            </a:r>
            <a:r>
              <a:rPr lang="de" sz="1700" dirty="0">
                <a:solidFill>
                  <a:schemeClr val="dk2"/>
                </a:solidFill>
              </a:rPr>
              <a:t>(</a:t>
            </a:r>
            <a:r>
              <a:rPr lang="de" sz="1700" dirty="0" err="1">
                <a:solidFill>
                  <a:schemeClr val="dk2"/>
                </a:solidFill>
              </a:rPr>
              <a:t>page</a:t>
            </a:r>
            <a:r>
              <a:rPr lang="de" sz="1700" dirty="0">
                <a:solidFill>
                  <a:schemeClr val="dk2"/>
                </a:solidFill>
              </a:rPr>
              <a:t> 24–25) and do </a:t>
            </a:r>
            <a:r>
              <a:rPr lang="de" sz="1700" dirty="0" err="1">
                <a:solidFill>
                  <a:schemeClr val="dk2"/>
                </a:solidFill>
              </a:rPr>
              <a:t>the</a:t>
            </a:r>
            <a:r>
              <a:rPr lang="de" sz="1700" dirty="0">
                <a:solidFill>
                  <a:schemeClr val="dk2"/>
                </a:solidFill>
              </a:rPr>
              <a:t> </a:t>
            </a:r>
            <a:r>
              <a:rPr lang="de" sz="1700" dirty="0" err="1">
                <a:solidFill>
                  <a:schemeClr val="dk2"/>
                </a:solidFill>
              </a:rPr>
              <a:t>tasks</a:t>
            </a:r>
            <a:r>
              <a:rPr lang="de" sz="1700" dirty="0">
                <a:solidFill>
                  <a:schemeClr val="dk2"/>
                </a:solidFill>
              </a:rPr>
              <a:t> </a:t>
            </a:r>
            <a:r>
              <a:rPr lang="de" sz="1700" dirty="0" err="1">
                <a:solidFill>
                  <a:schemeClr val="dk2"/>
                </a:solidFill>
              </a:rPr>
              <a:t>below</a:t>
            </a:r>
            <a:r>
              <a:rPr lang="de" sz="1700" dirty="0">
                <a:solidFill>
                  <a:schemeClr val="dk2"/>
                </a:solidFill>
              </a:rPr>
              <a:t> (1 </a:t>
            </a:r>
            <a:r>
              <a:rPr lang="de" sz="1700" dirty="0" err="1">
                <a:solidFill>
                  <a:schemeClr val="dk2"/>
                </a:solidFill>
              </a:rPr>
              <a:t>to</a:t>
            </a:r>
            <a:r>
              <a:rPr lang="de" sz="1700" dirty="0">
                <a:solidFill>
                  <a:schemeClr val="dk2"/>
                </a:solidFill>
              </a:rPr>
              <a:t> 9).</a:t>
            </a:r>
            <a:endParaRPr sz="1700" dirty="0">
              <a:solidFill>
                <a:schemeClr val="dk2"/>
              </a:solidFill>
            </a:endParaRPr>
          </a:p>
          <a:p>
            <a:pPr marL="0" lvl="0" indent="0" algn="l" rtl="0">
              <a:lnSpc>
                <a:spcPct val="80000"/>
              </a:lnSpc>
              <a:spcBef>
                <a:spcPts val="0"/>
              </a:spcBef>
              <a:spcAft>
                <a:spcPts val="0"/>
              </a:spcAft>
              <a:buSzPts val="688"/>
              <a:buNone/>
            </a:pPr>
            <a:r>
              <a:rPr lang="de" sz="1700" dirty="0">
                <a:solidFill>
                  <a:schemeClr val="dk2"/>
                </a:solidFill>
              </a:rPr>
              <a:t>Student B: </a:t>
            </a:r>
            <a:r>
              <a:rPr lang="de" sz="1700" b="1" dirty="0">
                <a:solidFill>
                  <a:schemeClr val="dk2"/>
                </a:solidFill>
              </a:rPr>
              <a:t>Read </a:t>
            </a:r>
            <a:r>
              <a:rPr lang="de" sz="1700" b="1" dirty="0" err="1">
                <a:solidFill>
                  <a:schemeClr val="dk2"/>
                </a:solidFill>
              </a:rPr>
              <a:t>the</a:t>
            </a:r>
            <a:r>
              <a:rPr lang="de" sz="1700" b="1" dirty="0">
                <a:solidFill>
                  <a:schemeClr val="dk2"/>
                </a:solidFill>
              </a:rPr>
              <a:t> </a:t>
            </a:r>
            <a:r>
              <a:rPr lang="de" sz="1700" b="1" dirty="0" err="1">
                <a:solidFill>
                  <a:schemeClr val="dk2"/>
                </a:solidFill>
              </a:rPr>
              <a:t>text</a:t>
            </a:r>
            <a:r>
              <a:rPr lang="de" sz="1700" b="1" dirty="0">
                <a:solidFill>
                  <a:schemeClr val="dk2"/>
                </a:solidFill>
              </a:rPr>
              <a:t> </a:t>
            </a:r>
            <a:r>
              <a:rPr lang="de" sz="1700" b="1" dirty="0" err="1">
                <a:solidFill>
                  <a:schemeClr val="dk2"/>
                </a:solidFill>
              </a:rPr>
              <a:t>about</a:t>
            </a:r>
            <a:r>
              <a:rPr lang="de" sz="1700" b="1" dirty="0">
                <a:solidFill>
                  <a:schemeClr val="dk2"/>
                </a:solidFill>
              </a:rPr>
              <a:t> Mary Kingsley</a:t>
            </a:r>
            <a:r>
              <a:rPr lang="de" sz="1700" dirty="0">
                <a:solidFill>
                  <a:schemeClr val="dk2"/>
                </a:solidFill>
              </a:rPr>
              <a:t> (</a:t>
            </a:r>
            <a:r>
              <a:rPr lang="de" sz="1700" dirty="0" err="1">
                <a:solidFill>
                  <a:schemeClr val="dk2"/>
                </a:solidFill>
              </a:rPr>
              <a:t>page</a:t>
            </a:r>
            <a:r>
              <a:rPr lang="de" sz="1700" dirty="0">
                <a:solidFill>
                  <a:schemeClr val="dk2"/>
                </a:solidFill>
              </a:rPr>
              <a:t> 26–27) and do </a:t>
            </a:r>
            <a:r>
              <a:rPr lang="de" sz="1700" dirty="0" err="1">
                <a:solidFill>
                  <a:schemeClr val="dk2"/>
                </a:solidFill>
              </a:rPr>
              <a:t>the</a:t>
            </a:r>
            <a:r>
              <a:rPr lang="de" sz="1700" dirty="0">
                <a:solidFill>
                  <a:schemeClr val="dk2"/>
                </a:solidFill>
              </a:rPr>
              <a:t> </a:t>
            </a:r>
            <a:r>
              <a:rPr lang="de" sz="1700" dirty="0" err="1">
                <a:solidFill>
                  <a:schemeClr val="dk2"/>
                </a:solidFill>
              </a:rPr>
              <a:t>tasks</a:t>
            </a:r>
            <a:r>
              <a:rPr lang="de" sz="1700" dirty="0">
                <a:solidFill>
                  <a:schemeClr val="dk2"/>
                </a:solidFill>
              </a:rPr>
              <a:t> </a:t>
            </a:r>
            <a:r>
              <a:rPr lang="de" sz="1700" dirty="0" err="1">
                <a:solidFill>
                  <a:schemeClr val="dk2"/>
                </a:solidFill>
              </a:rPr>
              <a:t>below</a:t>
            </a:r>
            <a:r>
              <a:rPr lang="de" sz="1700" dirty="0">
                <a:solidFill>
                  <a:schemeClr val="dk2"/>
                </a:solidFill>
              </a:rPr>
              <a:t> (1 </a:t>
            </a:r>
            <a:r>
              <a:rPr lang="de" sz="1700" dirty="0" err="1">
                <a:solidFill>
                  <a:schemeClr val="dk2"/>
                </a:solidFill>
              </a:rPr>
              <a:t>to</a:t>
            </a:r>
            <a:r>
              <a:rPr lang="de" sz="1700" dirty="0">
                <a:solidFill>
                  <a:schemeClr val="dk2"/>
                </a:solidFill>
              </a:rPr>
              <a:t> 9).</a:t>
            </a:r>
            <a:endParaRPr sz="1700" dirty="0">
              <a:solidFill>
                <a:schemeClr val="dk2"/>
              </a:solidFill>
            </a:endParaRPr>
          </a:p>
          <a:p>
            <a:pPr marL="0" lvl="0" indent="0" algn="l" rtl="0">
              <a:lnSpc>
                <a:spcPct val="80000"/>
              </a:lnSpc>
              <a:spcBef>
                <a:spcPts val="0"/>
              </a:spcBef>
              <a:spcAft>
                <a:spcPts val="0"/>
              </a:spcAft>
              <a:buSzPts val="688"/>
              <a:buNone/>
            </a:pPr>
            <a:r>
              <a:rPr lang="de" sz="1700" b="1" dirty="0" err="1">
                <a:solidFill>
                  <a:schemeClr val="dk2"/>
                </a:solidFill>
              </a:rPr>
              <a:t>Step</a:t>
            </a:r>
            <a:r>
              <a:rPr lang="de" sz="1700" b="1" dirty="0">
                <a:solidFill>
                  <a:schemeClr val="dk2"/>
                </a:solidFill>
              </a:rPr>
              <a:t> 2 </a:t>
            </a:r>
            <a:r>
              <a:rPr lang="de" sz="1700" dirty="0">
                <a:solidFill>
                  <a:schemeClr val="dk2"/>
                </a:solidFill>
              </a:rPr>
              <a:t>– </a:t>
            </a:r>
            <a:r>
              <a:rPr lang="de" sz="1700" dirty="0" err="1">
                <a:solidFill>
                  <a:schemeClr val="dk2"/>
                </a:solidFill>
              </a:rPr>
              <a:t>Prepare</a:t>
            </a:r>
            <a:r>
              <a:rPr lang="de" sz="1700" dirty="0">
                <a:solidFill>
                  <a:schemeClr val="dk2"/>
                </a:solidFill>
              </a:rPr>
              <a:t> a </a:t>
            </a:r>
            <a:r>
              <a:rPr lang="de" sz="1700" dirty="0" err="1">
                <a:solidFill>
                  <a:schemeClr val="dk2"/>
                </a:solidFill>
              </a:rPr>
              <a:t>short</a:t>
            </a:r>
            <a:r>
              <a:rPr lang="de" sz="1700" dirty="0">
                <a:solidFill>
                  <a:schemeClr val="dk2"/>
                </a:solidFill>
              </a:rPr>
              <a:t> </a:t>
            </a:r>
            <a:r>
              <a:rPr lang="de" sz="1700" b="1" dirty="0" err="1">
                <a:solidFill>
                  <a:schemeClr val="dk2"/>
                </a:solidFill>
              </a:rPr>
              <a:t>summary</a:t>
            </a:r>
            <a:r>
              <a:rPr lang="de" sz="1700" dirty="0">
                <a:solidFill>
                  <a:schemeClr val="dk2"/>
                </a:solidFill>
              </a:rPr>
              <a:t> </a:t>
            </a:r>
            <a:r>
              <a:rPr lang="de" sz="1700" dirty="0" err="1">
                <a:solidFill>
                  <a:schemeClr val="dk2"/>
                </a:solidFill>
              </a:rPr>
              <a:t>for</a:t>
            </a:r>
            <a:r>
              <a:rPr lang="de" sz="1700" dirty="0">
                <a:solidFill>
                  <a:schemeClr val="dk2"/>
                </a:solidFill>
              </a:rPr>
              <a:t> </a:t>
            </a:r>
            <a:r>
              <a:rPr lang="de" sz="1700" dirty="0" err="1">
                <a:solidFill>
                  <a:schemeClr val="dk2"/>
                </a:solidFill>
              </a:rPr>
              <a:t>your</a:t>
            </a:r>
            <a:r>
              <a:rPr lang="de" sz="1700" dirty="0">
                <a:solidFill>
                  <a:schemeClr val="dk2"/>
                </a:solidFill>
              </a:rPr>
              <a:t> </a:t>
            </a:r>
            <a:r>
              <a:rPr lang="de" sz="1700" dirty="0" err="1">
                <a:solidFill>
                  <a:schemeClr val="dk2"/>
                </a:solidFill>
              </a:rPr>
              <a:t>partner</a:t>
            </a:r>
            <a:r>
              <a:rPr lang="de" sz="1700" dirty="0">
                <a:solidFill>
                  <a:schemeClr val="dk2"/>
                </a:solidFill>
              </a:rPr>
              <a:t>. Use </a:t>
            </a:r>
            <a:r>
              <a:rPr lang="de" sz="1700" dirty="0" err="1">
                <a:solidFill>
                  <a:schemeClr val="dk2"/>
                </a:solidFill>
              </a:rPr>
              <a:t>the</a:t>
            </a:r>
            <a:r>
              <a:rPr lang="de" sz="1700" dirty="0">
                <a:solidFill>
                  <a:schemeClr val="dk2"/>
                </a:solidFill>
              </a:rPr>
              <a:t> </a:t>
            </a:r>
            <a:r>
              <a:rPr lang="de" sz="1700" dirty="0" err="1">
                <a:solidFill>
                  <a:schemeClr val="dk2"/>
                </a:solidFill>
              </a:rPr>
              <a:t>questions</a:t>
            </a:r>
            <a:r>
              <a:rPr lang="de" sz="1700" dirty="0">
                <a:solidFill>
                  <a:schemeClr val="dk2"/>
                </a:solidFill>
              </a:rPr>
              <a:t> </a:t>
            </a:r>
            <a:r>
              <a:rPr lang="de" sz="1700" dirty="0" err="1">
                <a:solidFill>
                  <a:schemeClr val="dk2"/>
                </a:solidFill>
              </a:rPr>
              <a:t>below</a:t>
            </a:r>
            <a:r>
              <a:rPr lang="de" sz="1700" dirty="0">
                <a:solidFill>
                  <a:schemeClr val="dk2"/>
                </a:solidFill>
              </a:rPr>
              <a:t> </a:t>
            </a:r>
            <a:r>
              <a:rPr lang="de" sz="1700" dirty="0" err="1">
                <a:solidFill>
                  <a:schemeClr val="dk2"/>
                </a:solidFill>
              </a:rPr>
              <a:t>to</a:t>
            </a:r>
            <a:r>
              <a:rPr lang="de" sz="1700" dirty="0">
                <a:solidFill>
                  <a:schemeClr val="dk2"/>
                </a:solidFill>
              </a:rPr>
              <a:t> </a:t>
            </a:r>
            <a:r>
              <a:rPr lang="de" sz="1700" dirty="0" err="1">
                <a:solidFill>
                  <a:schemeClr val="dk2"/>
                </a:solidFill>
              </a:rPr>
              <a:t>help</a:t>
            </a:r>
            <a:r>
              <a:rPr lang="de" sz="1700" dirty="0">
                <a:solidFill>
                  <a:schemeClr val="dk2"/>
                </a:solidFill>
              </a:rPr>
              <a:t> </a:t>
            </a:r>
            <a:r>
              <a:rPr lang="de" sz="1700" dirty="0" err="1">
                <a:solidFill>
                  <a:schemeClr val="dk2"/>
                </a:solidFill>
              </a:rPr>
              <a:t>you</a:t>
            </a:r>
            <a:r>
              <a:rPr lang="de" sz="1700" dirty="0">
                <a:solidFill>
                  <a:schemeClr val="dk2"/>
                </a:solidFill>
              </a:rPr>
              <a:t> </a:t>
            </a:r>
            <a:r>
              <a:rPr lang="de" sz="1700" dirty="0" err="1">
                <a:solidFill>
                  <a:schemeClr val="dk2"/>
                </a:solidFill>
              </a:rPr>
              <a:t>talk</a:t>
            </a:r>
            <a:r>
              <a:rPr lang="de" sz="1700" dirty="0">
                <a:solidFill>
                  <a:schemeClr val="dk2"/>
                </a:solidFill>
              </a:rPr>
              <a:t> </a:t>
            </a:r>
            <a:r>
              <a:rPr lang="de" sz="1700" dirty="0" err="1">
                <a:solidFill>
                  <a:schemeClr val="dk2"/>
                </a:solidFill>
              </a:rPr>
              <a:t>about</a:t>
            </a:r>
            <a:r>
              <a:rPr lang="de" sz="1700" dirty="0">
                <a:solidFill>
                  <a:schemeClr val="dk2"/>
                </a:solidFill>
              </a:rPr>
              <a:t> </a:t>
            </a:r>
            <a:r>
              <a:rPr lang="de" sz="1700" dirty="0" err="1">
                <a:solidFill>
                  <a:schemeClr val="dk2"/>
                </a:solidFill>
              </a:rPr>
              <a:t>your</a:t>
            </a:r>
            <a:r>
              <a:rPr lang="de" sz="1700" dirty="0">
                <a:solidFill>
                  <a:schemeClr val="dk2"/>
                </a:solidFill>
              </a:rPr>
              <a:t> </a:t>
            </a:r>
            <a:r>
              <a:rPr lang="de" sz="1700" dirty="0" err="1">
                <a:solidFill>
                  <a:schemeClr val="dk2"/>
                </a:solidFill>
              </a:rPr>
              <a:t>traveller</a:t>
            </a:r>
            <a:r>
              <a:rPr lang="de" sz="1700" dirty="0">
                <a:solidFill>
                  <a:schemeClr val="dk2"/>
                </a:solidFill>
              </a:rPr>
              <a:t>. Write </a:t>
            </a:r>
            <a:r>
              <a:rPr lang="de" sz="1700" dirty="0" err="1">
                <a:solidFill>
                  <a:schemeClr val="dk2"/>
                </a:solidFill>
              </a:rPr>
              <a:t>your</a:t>
            </a:r>
            <a:r>
              <a:rPr lang="de" sz="1700" dirty="0">
                <a:solidFill>
                  <a:schemeClr val="dk2"/>
                </a:solidFill>
              </a:rPr>
              <a:t> </a:t>
            </a:r>
            <a:r>
              <a:rPr lang="de" sz="1700" dirty="0" err="1">
                <a:solidFill>
                  <a:schemeClr val="dk2"/>
                </a:solidFill>
              </a:rPr>
              <a:t>notes</a:t>
            </a:r>
            <a:r>
              <a:rPr lang="de" sz="1700" dirty="0">
                <a:solidFill>
                  <a:schemeClr val="dk2"/>
                </a:solidFill>
              </a:rPr>
              <a:t> in </a:t>
            </a:r>
            <a:r>
              <a:rPr lang="de" sz="1700" dirty="0" err="1">
                <a:solidFill>
                  <a:schemeClr val="dk2"/>
                </a:solidFill>
              </a:rPr>
              <a:t>your</a:t>
            </a:r>
            <a:r>
              <a:rPr lang="de" sz="1700" dirty="0">
                <a:solidFill>
                  <a:schemeClr val="dk2"/>
                </a:solidFill>
              </a:rPr>
              <a:t> </a:t>
            </a:r>
            <a:r>
              <a:rPr lang="de" sz="1700" dirty="0" err="1">
                <a:solidFill>
                  <a:schemeClr val="dk2"/>
                </a:solidFill>
              </a:rPr>
              <a:t>school</a:t>
            </a:r>
            <a:r>
              <a:rPr lang="de" sz="1700" dirty="0">
                <a:solidFill>
                  <a:schemeClr val="dk2"/>
                </a:solidFill>
              </a:rPr>
              <a:t> </a:t>
            </a:r>
            <a:r>
              <a:rPr lang="de" sz="1700" dirty="0" err="1">
                <a:solidFill>
                  <a:schemeClr val="dk2"/>
                </a:solidFill>
              </a:rPr>
              <a:t>exercise</a:t>
            </a:r>
            <a:r>
              <a:rPr lang="de" sz="1700" dirty="0">
                <a:solidFill>
                  <a:schemeClr val="dk2"/>
                </a:solidFill>
              </a:rPr>
              <a:t> </a:t>
            </a:r>
            <a:r>
              <a:rPr lang="de" sz="1700" dirty="0" err="1">
                <a:solidFill>
                  <a:schemeClr val="dk2"/>
                </a:solidFill>
              </a:rPr>
              <a:t>book</a:t>
            </a:r>
            <a:r>
              <a:rPr lang="de" sz="1700" dirty="0">
                <a:solidFill>
                  <a:schemeClr val="dk2"/>
                </a:solidFill>
              </a:rPr>
              <a:t>: </a:t>
            </a:r>
            <a:endParaRPr sz="1700" dirty="0">
              <a:solidFill>
                <a:schemeClr val="dk2"/>
              </a:solidFill>
            </a:endParaRPr>
          </a:p>
          <a:p>
            <a:pPr marL="457200" lvl="0" indent="-336550" algn="l" rtl="0">
              <a:lnSpc>
                <a:spcPct val="80000"/>
              </a:lnSpc>
              <a:spcBef>
                <a:spcPts val="0"/>
              </a:spcBef>
              <a:spcAft>
                <a:spcPts val="0"/>
              </a:spcAft>
              <a:buClr>
                <a:schemeClr val="dk2"/>
              </a:buClr>
              <a:buSzPts val="1700"/>
              <a:buChar char="-"/>
            </a:pPr>
            <a:r>
              <a:rPr lang="de" sz="1700" i="1" dirty="0">
                <a:solidFill>
                  <a:schemeClr val="dk2"/>
                </a:solidFill>
              </a:rPr>
              <a:t>Who was </a:t>
            </a:r>
            <a:r>
              <a:rPr lang="de" sz="1700" i="1" dirty="0" err="1">
                <a:solidFill>
                  <a:schemeClr val="dk2"/>
                </a:solidFill>
              </a:rPr>
              <a:t>this</a:t>
            </a:r>
            <a:r>
              <a:rPr lang="de" sz="1700" i="1" dirty="0">
                <a:solidFill>
                  <a:schemeClr val="dk2"/>
                </a:solidFill>
              </a:rPr>
              <a:t> </a:t>
            </a:r>
            <a:r>
              <a:rPr lang="de" sz="1700" i="1" dirty="0" err="1">
                <a:solidFill>
                  <a:schemeClr val="dk2"/>
                </a:solidFill>
              </a:rPr>
              <a:t>person</a:t>
            </a:r>
            <a:r>
              <a:rPr lang="de" sz="1700" i="1" dirty="0">
                <a:solidFill>
                  <a:schemeClr val="dk2"/>
                </a:solidFill>
              </a:rPr>
              <a:t> and </a:t>
            </a:r>
            <a:r>
              <a:rPr lang="de" sz="1700" i="1" dirty="0" err="1">
                <a:solidFill>
                  <a:schemeClr val="dk2"/>
                </a:solidFill>
              </a:rPr>
              <a:t>when</a:t>
            </a:r>
            <a:r>
              <a:rPr lang="de" sz="1700" i="1" dirty="0">
                <a:solidFill>
                  <a:schemeClr val="dk2"/>
                </a:solidFill>
              </a:rPr>
              <a:t> </a:t>
            </a:r>
            <a:r>
              <a:rPr lang="de" sz="1700" i="1" dirty="0" err="1">
                <a:solidFill>
                  <a:schemeClr val="dk2"/>
                </a:solidFill>
              </a:rPr>
              <a:t>did</a:t>
            </a:r>
            <a:r>
              <a:rPr lang="de" sz="1700" i="1" dirty="0">
                <a:solidFill>
                  <a:schemeClr val="dk2"/>
                </a:solidFill>
              </a:rPr>
              <a:t> </a:t>
            </a:r>
            <a:r>
              <a:rPr lang="de" sz="1700" i="1" dirty="0" err="1">
                <a:solidFill>
                  <a:schemeClr val="dk2"/>
                </a:solidFill>
              </a:rPr>
              <a:t>they</a:t>
            </a:r>
            <a:r>
              <a:rPr lang="de" sz="1700" i="1" dirty="0">
                <a:solidFill>
                  <a:schemeClr val="dk2"/>
                </a:solidFill>
              </a:rPr>
              <a:t> live?</a:t>
            </a:r>
            <a:endParaRPr sz="1700" i="1" dirty="0">
              <a:solidFill>
                <a:schemeClr val="dk2"/>
              </a:solidFill>
            </a:endParaRPr>
          </a:p>
          <a:p>
            <a:pPr marL="457200" lvl="0" indent="-336550" algn="l" rtl="0">
              <a:lnSpc>
                <a:spcPct val="80000"/>
              </a:lnSpc>
              <a:spcBef>
                <a:spcPts val="0"/>
              </a:spcBef>
              <a:spcAft>
                <a:spcPts val="0"/>
              </a:spcAft>
              <a:buClr>
                <a:schemeClr val="dk2"/>
              </a:buClr>
              <a:buSzPts val="1700"/>
              <a:buChar char="-"/>
            </a:pPr>
            <a:r>
              <a:rPr lang="de" sz="1700" i="1" dirty="0" err="1">
                <a:solidFill>
                  <a:schemeClr val="dk2"/>
                </a:solidFill>
              </a:rPr>
              <a:t>What</a:t>
            </a:r>
            <a:r>
              <a:rPr lang="de" sz="1700" i="1" dirty="0">
                <a:solidFill>
                  <a:schemeClr val="dk2"/>
                </a:solidFill>
              </a:rPr>
              <a:t> </a:t>
            </a:r>
            <a:r>
              <a:rPr lang="de" sz="1700" i="1" dirty="0" err="1">
                <a:solidFill>
                  <a:schemeClr val="dk2"/>
                </a:solidFill>
              </a:rPr>
              <a:t>challenges</a:t>
            </a:r>
            <a:r>
              <a:rPr lang="de" sz="1700" i="1" dirty="0">
                <a:solidFill>
                  <a:schemeClr val="dk2"/>
                </a:solidFill>
              </a:rPr>
              <a:t> </a:t>
            </a:r>
            <a:r>
              <a:rPr lang="de" sz="1700" i="1" dirty="0" err="1">
                <a:solidFill>
                  <a:schemeClr val="dk2"/>
                </a:solidFill>
              </a:rPr>
              <a:t>or</a:t>
            </a:r>
            <a:r>
              <a:rPr lang="de" sz="1700" i="1" dirty="0">
                <a:solidFill>
                  <a:schemeClr val="dk2"/>
                </a:solidFill>
              </a:rPr>
              <a:t> </a:t>
            </a:r>
            <a:r>
              <a:rPr lang="de" sz="1700" i="1" dirty="0" err="1">
                <a:solidFill>
                  <a:schemeClr val="dk2"/>
                </a:solidFill>
              </a:rPr>
              <a:t>problems</a:t>
            </a:r>
            <a:r>
              <a:rPr lang="de" sz="1700" i="1" dirty="0">
                <a:solidFill>
                  <a:schemeClr val="dk2"/>
                </a:solidFill>
              </a:rPr>
              <a:t> </a:t>
            </a:r>
            <a:r>
              <a:rPr lang="de" sz="1700" i="1" dirty="0" err="1">
                <a:solidFill>
                  <a:schemeClr val="dk2"/>
                </a:solidFill>
              </a:rPr>
              <a:t>did</a:t>
            </a:r>
            <a:r>
              <a:rPr lang="de" sz="1700" i="1" dirty="0">
                <a:solidFill>
                  <a:schemeClr val="dk2"/>
                </a:solidFill>
              </a:rPr>
              <a:t> </a:t>
            </a:r>
            <a:r>
              <a:rPr lang="de" sz="1700" i="1" dirty="0" err="1">
                <a:solidFill>
                  <a:schemeClr val="dk2"/>
                </a:solidFill>
              </a:rPr>
              <a:t>this</a:t>
            </a:r>
            <a:r>
              <a:rPr lang="de" sz="1700" i="1" dirty="0">
                <a:solidFill>
                  <a:schemeClr val="dk2"/>
                </a:solidFill>
              </a:rPr>
              <a:t> </a:t>
            </a:r>
            <a:r>
              <a:rPr lang="de" sz="1700" i="1" dirty="0" err="1">
                <a:solidFill>
                  <a:schemeClr val="dk2"/>
                </a:solidFill>
              </a:rPr>
              <a:t>person</a:t>
            </a:r>
            <a:r>
              <a:rPr lang="de" sz="1700" i="1" dirty="0">
                <a:solidFill>
                  <a:schemeClr val="dk2"/>
                </a:solidFill>
              </a:rPr>
              <a:t> </a:t>
            </a:r>
            <a:r>
              <a:rPr lang="de" sz="1700" i="1" dirty="0" err="1">
                <a:solidFill>
                  <a:schemeClr val="dk2"/>
                </a:solidFill>
              </a:rPr>
              <a:t>face</a:t>
            </a:r>
            <a:r>
              <a:rPr lang="de" sz="1700" i="1" dirty="0">
                <a:solidFill>
                  <a:schemeClr val="dk2"/>
                </a:solidFill>
              </a:rPr>
              <a:t>?</a:t>
            </a:r>
            <a:endParaRPr sz="1700" i="1" dirty="0">
              <a:solidFill>
                <a:schemeClr val="dk2"/>
              </a:solidFill>
            </a:endParaRPr>
          </a:p>
          <a:p>
            <a:pPr marL="457200" lvl="0" indent="-336550" algn="l" rtl="0">
              <a:lnSpc>
                <a:spcPct val="80000"/>
              </a:lnSpc>
              <a:spcBef>
                <a:spcPts val="0"/>
              </a:spcBef>
              <a:spcAft>
                <a:spcPts val="0"/>
              </a:spcAft>
              <a:buClr>
                <a:schemeClr val="dk2"/>
              </a:buClr>
              <a:buSzPts val="1700"/>
              <a:buChar char="-"/>
            </a:pPr>
            <a:r>
              <a:rPr lang="de" sz="1700" i="1" dirty="0" err="1">
                <a:solidFill>
                  <a:schemeClr val="dk2"/>
                </a:solidFill>
              </a:rPr>
              <a:t>Where</a:t>
            </a:r>
            <a:r>
              <a:rPr lang="de" sz="1700" i="1" dirty="0">
                <a:solidFill>
                  <a:schemeClr val="dk2"/>
                </a:solidFill>
              </a:rPr>
              <a:t> </a:t>
            </a:r>
            <a:r>
              <a:rPr lang="de" sz="1700" i="1" dirty="0" err="1">
                <a:solidFill>
                  <a:schemeClr val="dk2"/>
                </a:solidFill>
              </a:rPr>
              <a:t>did</a:t>
            </a:r>
            <a:r>
              <a:rPr lang="de" sz="1700" i="1" dirty="0">
                <a:solidFill>
                  <a:schemeClr val="dk2"/>
                </a:solidFill>
              </a:rPr>
              <a:t> </a:t>
            </a:r>
            <a:r>
              <a:rPr lang="de" sz="1700" i="1" dirty="0" err="1">
                <a:solidFill>
                  <a:schemeClr val="dk2"/>
                </a:solidFill>
              </a:rPr>
              <a:t>this</a:t>
            </a:r>
            <a:r>
              <a:rPr lang="de" sz="1700" i="1" dirty="0">
                <a:solidFill>
                  <a:schemeClr val="dk2"/>
                </a:solidFill>
              </a:rPr>
              <a:t> </a:t>
            </a:r>
            <a:r>
              <a:rPr lang="de" sz="1700" i="1" dirty="0" err="1">
                <a:solidFill>
                  <a:schemeClr val="dk2"/>
                </a:solidFill>
              </a:rPr>
              <a:t>person</a:t>
            </a:r>
            <a:r>
              <a:rPr lang="de" sz="1700" i="1" dirty="0">
                <a:solidFill>
                  <a:schemeClr val="dk2"/>
                </a:solidFill>
              </a:rPr>
              <a:t> </a:t>
            </a:r>
            <a:r>
              <a:rPr lang="de" sz="1700" i="1" dirty="0" err="1">
                <a:solidFill>
                  <a:schemeClr val="dk2"/>
                </a:solidFill>
              </a:rPr>
              <a:t>travel</a:t>
            </a:r>
            <a:r>
              <a:rPr lang="de" sz="1700" i="1" dirty="0">
                <a:solidFill>
                  <a:schemeClr val="dk2"/>
                </a:solidFill>
              </a:rPr>
              <a:t>? </a:t>
            </a:r>
            <a:r>
              <a:rPr lang="de" sz="1700" i="1" dirty="0" err="1">
                <a:solidFill>
                  <a:schemeClr val="dk2"/>
                </a:solidFill>
              </a:rPr>
              <a:t>Give</a:t>
            </a:r>
            <a:r>
              <a:rPr lang="de" sz="1700" i="1" dirty="0">
                <a:solidFill>
                  <a:schemeClr val="dk2"/>
                </a:solidFill>
              </a:rPr>
              <a:t> </a:t>
            </a:r>
            <a:r>
              <a:rPr lang="de" sz="1700" i="1" dirty="0" err="1">
                <a:solidFill>
                  <a:schemeClr val="dk2"/>
                </a:solidFill>
              </a:rPr>
              <a:t>some</a:t>
            </a:r>
            <a:r>
              <a:rPr lang="de" sz="1700" i="1" dirty="0">
                <a:solidFill>
                  <a:schemeClr val="dk2"/>
                </a:solidFill>
              </a:rPr>
              <a:t> </a:t>
            </a:r>
            <a:r>
              <a:rPr lang="de" sz="1700" i="1" dirty="0" err="1">
                <a:solidFill>
                  <a:schemeClr val="dk2"/>
                </a:solidFill>
              </a:rPr>
              <a:t>examples</a:t>
            </a:r>
            <a:r>
              <a:rPr lang="de" sz="1700" i="1" dirty="0">
                <a:solidFill>
                  <a:schemeClr val="dk2"/>
                </a:solidFill>
              </a:rPr>
              <a:t> </a:t>
            </a:r>
            <a:r>
              <a:rPr lang="de" sz="1700" i="1" dirty="0" err="1">
                <a:solidFill>
                  <a:schemeClr val="dk2"/>
                </a:solidFill>
              </a:rPr>
              <a:t>of</a:t>
            </a:r>
            <a:r>
              <a:rPr lang="de" sz="1700" i="1" dirty="0">
                <a:solidFill>
                  <a:schemeClr val="dk2"/>
                </a:solidFill>
              </a:rPr>
              <a:t> </a:t>
            </a:r>
            <a:r>
              <a:rPr lang="de" sz="1700" i="1" dirty="0" err="1">
                <a:solidFill>
                  <a:schemeClr val="dk2"/>
                </a:solidFill>
              </a:rPr>
              <a:t>places</a:t>
            </a:r>
            <a:r>
              <a:rPr lang="de" sz="1700" i="1" dirty="0">
                <a:solidFill>
                  <a:schemeClr val="dk2"/>
                </a:solidFill>
              </a:rPr>
              <a:t>.</a:t>
            </a:r>
            <a:endParaRPr sz="1700" i="1" dirty="0">
              <a:solidFill>
                <a:schemeClr val="dk2"/>
              </a:solidFill>
            </a:endParaRPr>
          </a:p>
          <a:p>
            <a:pPr marL="457200" lvl="0" indent="-336550" algn="l" rtl="0">
              <a:lnSpc>
                <a:spcPct val="80000"/>
              </a:lnSpc>
              <a:spcBef>
                <a:spcPts val="0"/>
              </a:spcBef>
              <a:spcAft>
                <a:spcPts val="0"/>
              </a:spcAft>
              <a:buClr>
                <a:schemeClr val="dk2"/>
              </a:buClr>
              <a:buSzPts val="1700"/>
              <a:buChar char="-"/>
            </a:pPr>
            <a:r>
              <a:rPr lang="de" sz="1700" i="1" dirty="0" err="1">
                <a:solidFill>
                  <a:schemeClr val="dk2"/>
                </a:solidFill>
              </a:rPr>
              <a:t>What</a:t>
            </a:r>
            <a:r>
              <a:rPr lang="de" sz="1700" i="1" dirty="0">
                <a:solidFill>
                  <a:schemeClr val="dk2"/>
                </a:solidFill>
              </a:rPr>
              <a:t> </a:t>
            </a:r>
            <a:r>
              <a:rPr lang="de" sz="1700" i="1" dirty="0" err="1">
                <a:solidFill>
                  <a:schemeClr val="dk2"/>
                </a:solidFill>
              </a:rPr>
              <a:t>interesting</a:t>
            </a:r>
            <a:r>
              <a:rPr lang="de" sz="1700" i="1" dirty="0">
                <a:solidFill>
                  <a:schemeClr val="dk2"/>
                </a:solidFill>
              </a:rPr>
              <a:t> </a:t>
            </a:r>
            <a:r>
              <a:rPr lang="de" sz="1700" i="1" dirty="0" err="1">
                <a:solidFill>
                  <a:schemeClr val="dk2"/>
                </a:solidFill>
              </a:rPr>
              <a:t>or</a:t>
            </a:r>
            <a:r>
              <a:rPr lang="de" sz="1700" i="1" dirty="0">
                <a:solidFill>
                  <a:schemeClr val="dk2"/>
                </a:solidFill>
              </a:rPr>
              <a:t> </a:t>
            </a:r>
            <a:r>
              <a:rPr lang="de" sz="1700" i="1" dirty="0" err="1">
                <a:solidFill>
                  <a:schemeClr val="dk2"/>
                </a:solidFill>
              </a:rPr>
              <a:t>dangerous</a:t>
            </a:r>
            <a:r>
              <a:rPr lang="de" sz="1700" i="1" dirty="0">
                <a:solidFill>
                  <a:schemeClr val="dk2"/>
                </a:solidFill>
              </a:rPr>
              <a:t> </a:t>
            </a:r>
            <a:r>
              <a:rPr lang="de" sz="1700" i="1" dirty="0" err="1">
                <a:solidFill>
                  <a:schemeClr val="dk2"/>
                </a:solidFill>
              </a:rPr>
              <a:t>adventures</a:t>
            </a:r>
            <a:r>
              <a:rPr lang="de" sz="1700" i="1" dirty="0">
                <a:solidFill>
                  <a:schemeClr val="dk2"/>
                </a:solidFill>
              </a:rPr>
              <a:t> </a:t>
            </a:r>
            <a:r>
              <a:rPr lang="de" sz="1700" i="1" dirty="0" err="1">
                <a:solidFill>
                  <a:schemeClr val="dk2"/>
                </a:solidFill>
              </a:rPr>
              <a:t>did</a:t>
            </a:r>
            <a:r>
              <a:rPr lang="de" sz="1700" i="1" dirty="0">
                <a:solidFill>
                  <a:schemeClr val="dk2"/>
                </a:solidFill>
              </a:rPr>
              <a:t> </a:t>
            </a:r>
            <a:r>
              <a:rPr lang="de" sz="1700" i="1" dirty="0" err="1">
                <a:solidFill>
                  <a:schemeClr val="dk2"/>
                </a:solidFill>
              </a:rPr>
              <a:t>they</a:t>
            </a:r>
            <a:r>
              <a:rPr lang="de" sz="1700" i="1" dirty="0">
                <a:solidFill>
                  <a:schemeClr val="dk2"/>
                </a:solidFill>
              </a:rPr>
              <a:t> </a:t>
            </a:r>
            <a:r>
              <a:rPr lang="de" sz="1700" i="1" dirty="0" err="1">
                <a:solidFill>
                  <a:schemeClr val="dk2"/>
                </a:solidFill>
              </a:rPr>
              <a:t>have</a:t>
            </a:r>
            <a:r>
              <a:rPr lang="de" sz="1700" i="1" dirty="0">
                <a:solidFill>
                  <a:schemeClr val="dk2"/>
                </a:solidFill>
              </a:rPr>
              <a:t>? </a:t>
            </a:r>
            <a:r>
              <a:rPr lang="de" sz="1700" i="1" dirty="0" err="1">
                <a:solidFill>
                  <a:schemeClr val="dk2"/>
                </a:solidFill>
              </a:rPr>
              <a:t>Give</a:t>
            </a:r>
            <a:r>
              <a:rPr lang="de" sz="1700" i="1" dirty="0">
                <a:solidFill>
                  <a:schemeClr val="dk2"/>
                </a:solidFill>
              </a:rPr>
              <a:t> 2-3 </a:t>
            </a:r>
            <a:r>
              <a:rPr lang="de" sz="1700" i="1" dirty="0" err="1">
                <a:solidFill>
                  <a:schemeClr val="dk2"/>
                </a:solidFill>
              </a:rPr>
              <a:t>examples</a:t>
            </a:r>
            <a:r>
              <a:rPr lang="de" sz="1700" i="1" dirty="0">
                <a:solidFill>
                  <a:schemeClr val="dk2"/>
                </a:solidFill>
              </a:rPr>
              <a:t>.</a:t>
            </a:r>
            <a:endParaRPr sz="1700" i="1" dirty="0">
              <a:solidFill>
                <a:schemeClr val="dk2"/>
              </a:solidFill>
            </a:endParaRPr>
          </a:p>
          <a:p>
            <a:pPr marL="457200" lvl="0" indent="-336550" algn="l" rtl="0">
              <a:lnSpc>
                <a:spcPct val="80000"/>
              </a:lnSpc>
              <a:spcBef>
                <a:spcPts val="0"/>
              </a:spcBef>
              <a:spcAft>
                <a:spcPts val="0"/>
              </a:spcAft>
              <a:buClr>
                <a:schemeClr val="dk2"/>
              </a:buClr>
              <a:buSzPts val="1700"/>
              <a:buChar char="-"/>
            </a:pPr>
            <a:r>
              <a:rPr lang="de" sz="1700" i="1" dirty="0" err="1">
                <a:solidFill>
                  <a:schemeClr val="dk2"/>
                </a:solidFill>
              </a:rPr>
              <a:t>Why</a:t>
            </a:r>
            <a:r>
              <a:rPr lang="de" sz="1700" i="1" dirty="0">
                <a:solidFill>
                  <a:schemeClr val="dk2"/>
                </a:solidFill>
              </a:rPr>
              <a:t> was </a:t>
            </a:r>
            <a:r>
              <a:rPr lang="de" sz="1700" i="1" dirty="0" err="1">
                <a:solidFill>
                  <a:schemeClr val="dk2"/>
                </a:solidFill>
              </a:rPr>
              <a:t>this</a:t>
            </a:r>
            <a:r>
              <a:rPr lang="de" sz="1700" i="1" dirty="0">
                <a:solidFill>
                  <a:schemeClr val="dk2"/>
                </a:solidFill>
              </a:rPr>
              <a:t> </a:t>
            </a:r>
            <a:r>
              <a:rPr lang="de" sz="1700" i="1" dirty="0" err="1">
                <a:solidFill>
                  <a:schemeClr val="dk2"/>
                </a:solidFill>
              </a:rPr>
              <a:t>person</a:t>
            </a:r>
            <a:r>
              <a:rPr lang="de" sz="1700" i="1" dirty="0">
                <a:solidFill>
                  <a:schemeClr val="dk2"/>
                </a:solidFill>
              </a:rPr>
              <a:t> </a:t>
            </a:r>
            <a:r>
              <a:rPr lang="de" sz="1700" i="1" dirty="0" err="1">
                <a:solidFill>
                  <a:schemeClr val="dk2"/>
                </a:solidFill>
              </a:rPr>
              <a:t>special</a:t>
            </a:r>
            <a:r>
              <a:rPr lang="de" sz="1700" i="1" dirty="0">
                <a:solidFill>
                  <a:schemeClr val="dk2"/>
                </a:solidFill>
              </a:rPr>
              <a:t> </a:t>
            </a:r>
            <a:r>
              <a:rPr lang="de" sz="1700" i="1" dirty="0" err="1">
                <a:solidFill>
                  <a:schemeClr val="dk2"/>
                </a:solidFill>
              </a:rPr>
              <a:t>or</a:t>
            </a:r>
            <a:r>
              <a:rPr lang="de" sz="1700" i="1" dirty="0">
                <a:solidFill>
                  <a:schemeClr val="dk2"/>
                </a:solidFill>
              </a:rPr>
              <a:t> </a:t>
            </a:r>
            <a:r>
              <a:rPr lang="de" sz="1700" i="1" dirty="0" err="1">
                <a:solidFill>
                  <a:schemeClr val="dk2"/>
                </a:solidFill>
              </a:rPr>
              <a:t>famous</a:t>
            </a:r>
            <a:r>
              <a:rPr lang="de" sz="1700" i="1" dirty="0">
                <a:solidFill>
                  <a:schemeClr val="dk2"/>
                </a:solidFill>
              </a:rPr>
              <a:t>?</a:t>
            </a:r>
            <a:endParaRPr sz="1700" dirty="0">
              <a:solidFill>
                <a:schemeClr val="dk2"/>
              </a:solidFill>
            </a:endParaRPr>
          </a:p>
          <a:p>
            <a:pPr marL="0" lvl="0" indent="0" algn="l" rtl="0">
              <a:lnSpc>
                <a:spcPct val="80000"/>
              </a:lnSpc>
              <a:spcBef>
                <a:spcPts val="0"/>
              </a:spcBef>
              <a:spcAft>
                <a:spcPts val="0"/>
              </a:spcAft>
              <a:buSzPts val="688"/>
              <a:buNone/>
            </a:pPr>
            <a:endParaRPr sz="1700" dirty="0">
              <a:solidFill>
                <a:schemeClr val="dk2"/>
              </a:solidFill>
            </a:endParaRPr>
          </a:p>
          <a:p>
            <a:pPr marL="0" lvl="0" indent="0" algn="l" rtl="0">
              <a:lnSpc>
                <a:spcPct val="80000"/>
              </a:lnSpc>
              <a:spcBef>
                <a:spcPts val="0"/>
              </a:spcBef>
              <a:spcAft>
                <a:spcPts val="0"/>
              </a:spcAft>
              <a:buSzPts val="688"/>
              <a:buNone/>
            </a:pPr>
            <a:r>
              <a:rPr lang="de" sz="1700" b="1" dirty="0" err="1">
                <a:solidFill>
                  <a:schemeClr val="dk2"/>
                </a:solidFill>
              </a:rPr>
              <a:t>Step</a:t>
            </a:r>
            <a:r>
              <a:rPr lang="de" sz="1700" b="1" dirty="0">
                <a:solidFill>
                  <a:schemeClr val="dk2"/>
                </a:solidFill>
              </a:rPr>
              <a:t> 3</a:t>
            </a:r>
            <a:r>
              <a:rPr lang="de" sz="1700" dirty="0">
                <a:solidFill>
                  <a:schemeClr val="dk2"/>
                </a:solidFill>
              </a:rPr>
              <a:t> – Tell </a:t>
            </a:r>
            <a:r>
              <a:rPr lang="de" sz="1700" dirty="0" err="1">
                <a:solidFill>
                  <a:schemeClr val="dk2"/>
                </a:solidFill>
              </a:rPr>
              <a:t>your</a:t>
            </a:r>
            <a:r>
              <a:rPr lang="de" sz="1700" dirty="0">
                <a:solidFill>
                  <a:schemeClr val="dk2"/>
                </a:solidFill>
              </a:rPr>
              <a:t> </a:t>
            </a:r>
            <a:r>
              <a:rPr lang="de" sz="1700" dirty="0" err="1">
                <a:solidFill>
                  <a:schemeClr val="dk2"/>
                </a:solidFill>
              </a:rPr>
              <a:t>partner</a:t>
            </a:r>
            <a:r>
              <a:rPr lang="de" sz="1700" dirty="0">
                <a:solidFill>
                  <a:schemeClr val="dk2"/>
                </a:solidFill>
              </a:rPr>
              <a:t> </a:t>
            </a:r>
            <a:r>
              <a:rPr lang="de" sz="1700" dirty="0" err="1">
                <a:solidFill>
                  <a:schemeClr val="dk2"/>
                </a:solidFill>
              </a:rPr>
              <a:t>about</a:t>
            </a:r>
            <a:r>
              <a:rPr lang="de" sz="1700" dirty="0">
                <a:solidFill>
                  <a:schemeClr val="dk2"/>
                </a:solidFill>
              </a:rPr>
              <a:t> </a:t>
            </a:r>
            <a:r>
              <a:rPr lang="de" sz="1700" dirty="0" err="1">
                <a:solidFill>
                  <a:schemeClr val="dk2"/>
                </a:solidFill>
              </a:rPr>
              <a:t>your</a:t>
            </a:r>
            <a:r>
              <a:rPr lang="de" sz="1700" dirty="0">
                <a:solidFill>
                  <a:schemeClr val="dk2"/>
                </a:solidFill>
              </a:rPr>
              <a:t> </a:t>
            </a:r>
            <a:r>
              <a:rPr lang="de" sz="1700" dirty="0" err="1">
                <a:solidFill>
                  <a:schemeClr val="dk2"/>
                </a:solidFill>
              </a:rPr>
              <a:t>traveller</a:t>
            </a:r>
            <a:r>
              <a:rPr lang="de" sz="1700" dirty="0">
                <a:solidFill>
                  <a:schemeClr val="dk2"/>
                </a:solidFill>
              </a:rPr>
              <a:t> and </a:t>
            </a:r>
            <a:r>
              <a:rPr lang="de" sz="1700" dirty="0" err="1">
                <a:solidFill>
                  <a:schemeClr val="dk2"/>
                </a:solidFill>
              </a:rPr>
              <a:t>his</a:t>
            </a:r>
            <a:r>
              <a:rPr lang="de" sz="1700" dirty="0">
                <a:solidFill>
                  <a:schemeClr val="dk2"/>
                </a:solidFill>
              </a:rPr>
              <a:t> </a:t>
            </a:r>
            <a:r>
              <a:rPr lang="de" sz="1700" dirty="0" err="1">
                <a:solidFill>
                  <a:schemeClr val="dk2"/>
                </a:solidFill>
              </a:rPr>
              <a:t>or</a:t>
            </a:r>
            <a:r>
              <a:rPr lang="de" sz="1700" dirty="0">
                <a:solidFill>
                  <a:schemeClr val="dk2"/>
                </a:solidFill>
              </a:rPr>
              <a:t> her </a:t>
            </a:r>
            <a:r>
              <a:rPr lang="de" sz="1700" dirty="0" err="1">
                <a:solidFill>
                  <a:schemeClr val="dk2"/>
                </a:solidFill>
              </a:rPr>
              <a:t>story</a:t>
            </a:r>
            <a:r>
              <a:rPr lang="de" sz="1700" dirty="0">
                <a:solidFill>
                  <a:schemeClr val="dk2"/>
                </a:solidFill>
              </a:rPr>
              <a:t>. The </a:t>
            </a:r>
            <a:r>
              <a:rPr lang="de" sz="1700" dirty="0" err="1">
                <a:solidFill>
                  <a:schemeClr val="dk2"/>
                </a:solidFill>
              </a:rPr>
              <a:t>other</a:t>
            </a:r>
            <a:r>
              <a:rPr lang="de" sz="1700" dirty="0">
                <a:solidFill>
                  <a:schemeClr val="dk2"/>
                </a:solidFill>
              </a:rPr>
              <a:t> </a:t>
            </a:r>
            <a:r>
              <a:rPr lang="de" sz="1700" dirty="0" err="1">
                <a:solidFill>
                  <a:schemeClr val="dk2"/>
                </a:solidFill>
              </a:rPr>
              <a:t>person</a:t>
            </a:r>
            <a:r>
              <a:rPr lang="de" sz="1700" dirty="0">
                <a:solidFill>
                  <a:schemeClr val="dk2"/>
                </a:solidFill>
              </a:rPr>
              <a:t> </a:t>
            </a:r>
            <a:r>
              <a:rPr lang="de" sz="1700" dirty="0" err="1">
                <a:solidFill>
                  <a:schemeClr val="dk2"/>
                </a:solidFill>
              </a:rPr>
              <a:t>listens</a:t>
            </a:r>
            <a:r>
              <a:rPr lang="de" sz="1700" dirty="0">
                <a:solidFill>
                  <a:schemeClr val="dk2"/>
                </a:solidFill>
              </a:rPr>
              <a:t> </a:t>
            </a:r>
            <a:r>
              <a:rPr lang="de" sz="1700" dirty="0" err="1">
                <a:solidFill>
                  <a:schemeClr val="dk2"/>
                </a:solidFill>
              </a:rPr>
              <a:t>carefully</a:t>
            </a:r>
            <a:r>
              <a:rPr lang="de" sz="1700" dirty="0">
                <a:solidFill>
                  <a:schemeClr val="dk2"/>
                </a:solidFill>
              </a:rPr>
              <a:t>.</a:t>
            </a:r>
            <a:endParaRPr sz="1700" dirty="0">
              <a:solidFill>
                <a:schemeClr val="dk2"/>
              </a:solidFill>
            </a:endParaRPr>
          </a:p>
          <a:p>
            <a:pPr marL="0" lvl="0" indent="0" algn="l" rtl="0">
              <a:lnSpc>
                <a:spcPct val="80000"/>
              </a:lnSpc>
              <a:spcBef>
                <a:spcPts val="0"/>
              </a:spcBef>
              <a:spcAft>
                <a:spcPts val="0"/>
              </a:spcAft>
              <a:buSzPts val="688"/>
              <a:buNone/>
            </a:pPr>
            <a:endParaRPr sz="1700" dirty="0">
              <a:solidFill>
                <a:schemeClr val="dk2"/>
              </a:solidFill>
            </a:endParaRPr>
          </a:p>
          <a:p>
            <a:pPr marL="0" lvl="0" indent="0" algn="l" rtl="0">
              <a:lnSpc>
                <a:spcPct val="80000"/>
              </a:lnSpc>
              <a:spcBef>
                <a:spcPts val="0"/>
              </a:spcBef>
              <a:spcAft>
                <a:spcPts val="0"/>
              </a:spcAft>
              <a:buSzPts val="688"/>
              <a:buNone/>
            </a:pPr>
            <a:r>
              <a:rPr lang="de" sz="1700" b="1" dirty="0" err="1">
                <a:solidFill>
                  <a:schemeClr val="dk2"/>
                </a:solidFill>
              </a:rPr>
              <a:t>Step</a:t>
            </a:r>
            <a:r>
              <a:rPr lang="de" sz="1700" b="1" dirty="0">
                <a:solidFill>
                  <a:schemeClr val="dk2"/>
                </a:solidFill>
              </a:rPr>
              <a:t> 4</a:t>
            </a:r>
            <a:r>
              <a:rPr lang="de" sz="1700" dirty="0">
                <a:solidFill>
                  <a:schemeClr val="dk2"/>
                </a:solidFill>
              </a:rPr>
              <a:t> – Switch </a:t>
            </a:r>
            <a:r>
              <a:rPr lang="de" sz="1700" dirty="0" err="1">
                <a:solidFill>
                  <a:schemeClr val="dk2"/>
                </a:solidFill>
              </a:rPr>
              <a:t>tasks</a:t>
            </a:r>
            <a:r>
              <a:rPr lang="de" sz="1700" dirty="0">
                <a:solidFill>
                  <a:schemeClr val="dk2"/>
                </a:solidFill>
              </a:rPr>
              <a:t>: After </a:t>
            </a:r>
            <a:r>
              <a:rPr lang="de" sz="1700" dirty="0" err="1">
                <a:solidFill>
                  <a:schemeClr val="dk2"/>
                </a:solidFill>
              </a:rPr>
              <a:t>listening</a:t>
            </a:r>
            <a:r>
              <a:rPr lang="de" sz="1700" dirty="0">
                <a:solidFill>
                  <a:schemeClr val="dk2"/>
                </a:solidFill>
              </a:rPr>
              <a:t> </a:t>
            </a:r>
            <a:r>
              <a:rPr lang="de" sz="1700" dirty="0" err="1">
                <a:solidFill>
                  <a:schemeClr val="dk2"/>
                </a:solidFill>
              </a:rPr>
              <a:t>to</a:t>
            </a:r>
            <a:r>
              <a:rPr lang="de" sz="1700" dirty="0">
                <a:solidFill>
                  <a:schemeClr val="dk2"/>
                </a:solidFill>
              </a:rPr>
              <a:t> </a:t>
            </a:r>
            <a:r>
              <a:rPr lang="de" sz="1700" dirty="0" err="1">
                <a:solidFill>
                  <a:schemeClr val="dk2"/>
                </a:solidFill>
              </a:rPr>
              <a:t>your</a:t>
            </a:r>
            <a:r>
              <a:rPr lang="de" sz="1700" dirty="0">
                <a:solidFill>
                  <a:schemeClr val="dk2"/>
                </a:solidFill>
              </a:rPr>
              <a:t> </a:t>
            </a:r>
            <a:r>
              <a:rPr lang="de" sz="1700" dirty="0" err="1">
                <a:solidFill>
                  <a:schemeClr val="dk2"/>
                </a:solidFill>
              </a:rPr>
              <a:t>partner</a:t>
            </a:r>
            <a:r>
              <a:rPr lang="de" sz="1700" dirty="0">
                <a:solidFill>
                  <a:schemeClr val="dk2"/>
                </a:solidFill>
              </a:rPr>
              <a:t>, </a:t>
            </a:r>
            <a:r>
              <a:rPr lang="de" sz="1700" dirty="0" err="1">
                <a:solidFill>
                  <a:schemeClr val="dk2"/>
                </a:solidFill>
              </a:rPr>
              <a:t>read</a:t>
            </a:r>
            <a:r>
              <a:rPr lang="de" sz="1700" dirty="0">
                <a:solidFill>
                  <a:schemeClr val="dk2"/>
                </a:solidFill>
              </a:rPr>
              <a:t> </a:t>
            </a:r>
            <a:r>
              <a:rPr lang="de" sz="1700" dirty="0" err="1">
                <a:solidFill>
                  <a:schemeClr val="dk2"/>
                </a:solidFill>
              </a:rPr>
              <a:t>the</a:t>
            </a:r>
            <a:r>
              <a:rPr lang="de" sz="1700" dirty="0">
                <a:solidFill>
                  <a:schemeClr val="dk2"/>
                </a:solidFill>
              </a:rPr>
              <a:t> </a:t>
            </a:r>
            <a:r>
              <a:rPr lang="de" sz="1700" dirty="0" err="1">
                <a:solidFill>
                  <a:schemeClr val="dk2"/>
                </a:solidFill>
              </a:rPr>
              <a:t>other</a:t>
            </a:r>
            <a:r>
              <a:rPr lang="de" sz="1700" dirty="0">
                <a:solidFill>
                  <a:schemeClr val="dk2"/>
                </a:solidFill>
              </a:rPr>
              <a:t> </a:t>
            </a:r>
            <a:r>
              <a:rPr lang="de" sz="1700" dirty="0" err="1">
                <a:solidFill>
                  <a:schemeClr val="dk2"/>
                </a:solidFill>
              </a:rPr>
              <a:t>text</a:t>
            </a:r>
            <a:r>
              <a:rPr lang="de" sz="1700" dirty="0">
                <a:solidFill>
                  <a:schemeClr val="dk2"/>
                </a:solidFill>
              </a:rPr>
              <a:t> and do </a:t>
            </a:r>
            <a:r>
              <a:rPr lang="de" sz="1700" dirty="0" err="1">
                <a:solidFill>
                  <a:schemeClr val="dk2"/>
                </a:solidFill>
              </a:rPr>
              <a:t>the</a:t>
            </a:r>
            <a:r>
              <a:rPr lang="de" sz="1700" dirty="0">
                <a:solidFill>
                  <a:schemeClr val="dk2"/>
                </a:solidFill>
              </a:rPr>
              <a:t> </a:t>
            </a:r>
            <a:r>
              <a:rPr lang="de" sz="1700" dirty="0" err="1">
                <a:solidFill>
                  <a:schemeClr val="dk2"/>
                </a:solidFill>
              </a:rPr>
              <a:t>tasks</a:t>
            </a:r>
            <a:r>
              <a:rPr lang="de" sz="1700" dirty="0">
                <a:solidFill>
                  <a:schemeClr val="dk2"/>
                </a:solidFill>
              </a:rPr>
              <a:t> </a:t>
            </a:r>
            <a:r>
              <a:rPr lang="de" sz="1700" dirty="0" err="1">
                <a:solidFill>
                  <a:schemeClr val="dk2"/>
                </a:solidFill>
              </a:rPr>
              <a:t>the</a:t>
            </a:r>
            <a:r>
              <a:rPr lang="de" sz="1700" dirty="0">
                <a:solidFill>
                  <a:schemeClr val="dk2"/>
                </a:solidFill>
              </a:rPr>
              <a:t> </a:t>
            </a:r>
            <a:r>
              <a:rPr lang="de" sz="1700" dirty="0" err="1">
                <a:solidFill>
                  <a:schemeClr val="dk2"/>
                </a:solidFill>
              </a:rPr>
              <a:t>task</a:t>
            </a:r>
            <a:r>
              <a:rPr lang="de" sz="1700" dirty="0">
                <a:solidFill>
                  <a:schemeClr val="dk2"/>
                </a:solidFill>
              </a:rPr>
              <a:t>. </a:t>
            </a:r>
            <a:endParaRPr sz="1700" dirty="0">
              <a:solidFill>
                <a:schemeClr val="dk2"/>
              </a:solidFill>
            </a:endParaRPr>
          </a:p>
          <a:p>
            <a:pPr marL="0" lvl="0" indent="0" algn="l" rtl="0">
              <a:lnSpc>
                <a:spcPct val="80000"/>
              </a:lnSpc>
              <a:spcBef>
                <a:spcPts val="0"/>
              </a:spcBef>
              <a:spcAft>
                <a:spcPts val="0"/>
              </a:spcAft>
              <a:buSzPts val="688"/>
              <a:buNone/>
            </a:pPr>
            <a:r>
              <a:rPr lang="de" sz="1700" dirty="0">
                <a:solidFill>
                  <a:schemeClr val="dk2"/>
                </a:solidFill>
              </a:rPr>
              <a:t>How </a:t>
            </a:r>
            <a:r>
              <a:rPr lang="de" sz="1700" dirty="0" err="1">
                <a:solidFill>
                  <a:schemeClr val="dk2"/>
                </a:solidFill>
              </a:rPr>
              <a:t>well</a:t>
            </a:r>
            <a:r>
              <a:rPr lang="de" sz="1700" dirty="0">
                <a:solidFill>
                  <a:schemeClr val="dk2"/>
                </a:solidFill>
              </a:rPr>
              <a:t> </a:t>
            </a:r>
            <a:r>
              <a:rPr lang="de" sz="1700" dirty="0" err="1">
                <a:solidFill>
                  <a:schemeClr val="dk2"/>
                </a:solidFill>
              </a:rPr>
              <a:t>did</a:t>
            </a:r>
            <a:r>
              <a:rPr lang="de" sz="1700" dirty="0">
                <a:solidFill>
                  <a:schemeClr val="dk2"/>
                </a:solidFill>
              </a:rPr>
              <a:t> </a:t>
            </a:r>
            <a:r>
              <a:rPr lang="de" sz="1700" dirty="0" err="1">
                <a:solidFill>
                  <a:schemeClr val="dk2"/>
                </a:solidFill>
              </a:rPr>
              <a:t>your</a:t>
            </a:r>
            <a:r>
              <a:rPr lang="de" sz="1700" dirty="0">
                <a:solidFill>
                  <a:schemeClr val="dk2"/>
                </a:solidFill>
              </a:rPr>
              <a:t> </a:t>
            </a:r>
            <a:r>
              <a:rPr lang="de" sz="1700" dirty="0" err="1">
                <a:solidFill>
                  <a:schemeClr val="dk2"/>
                </a:solidFill>
              </a:rPr>
              <a:t>partner’s</a:t>
            </a:r>
            <a:r>
              <a:rPr lang="de" sz="1700" dirty="0">
                <a:solidFill>
                  <a:schemeClr val="dk2"/>
                </a:solidFill>
              </a:rPr>
              <a:t> </a:t>
            </a:r>
            <a:r>
              <a:rPr lang="de" sz="1700" dirty="0" err="1">
                <a:solidFill>
                  <a:schemeClr val="dk2"/>
                </a:solidFill>
              </a:rPr>
              <a:t>summary</a:t>
            </a:r>
            <a:r>
              <a:rPr lang="de" sz="1700" dirty="0">
                <a:solidFill>
                  <a:schemeClr val="dk2"/>
                </a:solidFill>
              </a:rPr>
              <a:t> </a:t>
            </a:r>
            <a:r>
              <a:rPr lang="de" sz="1700" dirty="0" err="1">
                <a:solidFill>
                  <a:schemeClr val="dk2"/>
                </a:solidFill>
              </a:rPr>
              <a:t>help</a:t>
            </a:r>
            <a:r>
              <a:rPr lang="de" sz="1700" dirty="0">
                <a:solidFill>
                  <a:schemeClr val="dk2"/>
                </a:solidFill>
              </a:rPr>
              <a:t> </a:t>
            </a:r>
            <a:r>
              <a:rPr lang="de" sz="1700" dirty="0" err="1">
                <a:solidFill>
                  <a:schemeClr val="dk2"/>
                </a:solidFill>
              </a:rPr>
              <a:t>you</a:t>
            </a:r>
            <a:r>
              <a:rPr lang="de" sz="1700" dirty="0">
                <a:solidFill>
                  <a:schemeClr val="dk2"/>
                </a:solidFill>
              </a:rPr>
              <a:t>?</a:t>
            </a:r>
            <a:endParaRPr sz="1700" dirty="0">
              <a:solidFill>
                <a:schemeClr val="dk2"/>
              </a:solidFill>
            </a:endParaRPr>
          </a:p>
          <a:p>
            <a:pPr marL="0" lvl="0" indent="0" algn="l" rtl="0">
              <a:lnSpc>
                <a:spcPct val="80000"/>
              </a:lnSpc>
              <a:spcBef>
                <a:spcPts val="0"/>
              </a:spcBef>
              <a:spcAft>
                <a:spcPts val="0"/>
              </a:spcAft>
              <a:buSzPts val="688"/>
              <a:buNone/>
            </a:pPr>
            <a:endParaRPr sz="1700" dirty="0">
              <a:solidFill>
                <a:schemeClr val="dk2"/>
              </a:solidFill>
            </a:endParaRPr>
          </a:p>
          <a:p>
            <a:pPr marL="0" lvl="0" indent="0" algn="l" rtl="0">
              <a:lnSpc>
                <a:spcPct val="80000"/>
              </a:lnSpc>
              <a:spcBef>
                <a:spcPts val="0"/>
              </a:spcBef>
              <a:spcAft>
                <a:spcPts val="0"/>
              </a:spcAft>
              <a:buSzPts val="688"/>
              <a:buNone/>
            </a:pPr>
            <a:r>
              <a:rPr lang="de" sz="1700" b="1" dirty="0" err="1">
                <a:solidFill>
                  <a:schemeClr val="dk2"/>
                </a:solidFill>
              </a:rPr>
              <a:t>Step</a:t>
            </a:r>
            <a:r>
              <a:rPr lang="de" sz="1700" b="1" dirty="0">
                <a:solidFill>
                  <a:schemeClr val="dk2"/>
                </a:solidFill>
              </a:rPr>
              <a:t> X </a:t>
            </a:r>
            <a:r>
              <a:rPr lang="de" sz="1700" dirty="0">
                <a:solidFill>
                  <a:schemeClr val="dk2"/>
                </a:solidFill>
              </a:rPr>
              <a:t>– </a:t>
            </a:r>
            <a:r>
              <a:rPr lang="de" sz="1700" dirty="0" err="1">
                <a:solidFill>
                  <a:schemeClr val="dk2"/>
                </a:solidFill>
              </a:rPr>
              <a:t>Let’s</a:t>
            </a:r>
            <a:r>
              <a:rPr lang="de" sz="1700" dirty="0">
                <a:solidFill>
                  <a:schemeClr val="dk2"/>
                </a:solidFill>
              </a:rPr>
              <a:t> </a:t>
            </a:r>
            <a:r>
              <a:rPr lang="de" sz="1700" dirty="0" err="1">
                <a:solidFill>
                  <a:schemeClr val="dk2"/>
                </a:solidFill>
              </a:rPr>
              <a:t>notice</a:t>
            </a:r>
            <a:r>
              <a:rPr lang="de" sz="1700" dirty="0">
                <a:solidFill>
                  <a:schemeClr val="dk2"/>
                </a:solidFill>
              </a:rPr>
              <a:t>! </a:t>
            </a:r>
            <a:endParaRPr sz="1700" dirty="0">
              <a:solidFill>
                <a:schemeClr val="dk2"/>
              </a:solidFill>
            </a:endParaRPr>
          </a:p>
          <a:p>
            <a:pPr marL="0" lvl="0" indent="0" algn="l" rtl="0">
              <a:lnSpc>
                <a:spcPct val="80000"/>
              </a:lnSpc>
              <a:spcBef>
                <a:spcPts val="0"/>
              </a:spcBef>
              <a:spcAft>
                <a:spcPts val="0"/>
              </a:spcAft>
              <a:buSzPts val="688"/>
              <a:buNone/>
            </a:pPr>
            <a:r>
              <a:rPr lang="de" sz="1700" dirty="0">
                <a:solidFill>
                  <a:schemeClr val="dk2"/>
                </a:solidFill>
              </a:rPr>
              <a:t>	</a:t>
            </a:r>
            <a:r>
              <a:rPr lang="de" sz="1700" dirty="0" err="1">
                <a:solidFill>
                  <a:schemeClr val="dk2"/>
                </a:solidFill>
              </a:rPr>
              <a:t>While</a:t>
            </a:r>
            <a:r>
              <a:rPr lang="de" sz="1700" dirty="0">
                <a:solidFill>
                  <a:schemeClr val="dk2"/>
                </a:solidFill>
              </a:rPr>
              <a:t> </a:t>
            </a:r>
            <a:r>
              <a:rPr lang="de" sz="1700" dirty="0" err="1">
                <a:solidFill>
                  <a:schemeClr val="dk2"/>
                </a:solidFill>
              </a:rPr>
              <a:t>you</a:t>
            </a:r>
            <a:r>
              <a:rPr lang="de" sz="1700" dirty="0">
                <a:solidFill>
                  <a:schemeClr val="dk2"/>
                </a:solidFill>
              </a:rPr>
              <a:t> </a:t>
            </a:r>
            <a:r>
              <a:rPr lang="de" sz="1700" dirty="0" err="1">
                <a:solidFill>
                  <a:schemeClr val="dk2"/>
                </a:solidFill>
              </a:rPr>
              <a:t>wait</a:t>
            </a:r>
            <a:r>
              <a:rPr lang="de" sz="1700" dirty="0">
                <a:solidFill>
                  <a:schemeClr val="dk2"/>
                </a:solidFill>
              </a:rPr>
              <a:t> </a:t>
            </a:r>
            <a:r>
              <a:rPr lang="de" sz="1700" dirty="0" err="1">
                <a:solidFill>
                  <a:schemeClr val="dk2"/>
                </a:solidFill>
              </a:rPr>
              <a:t>or</a:t>
            </a:r>
            <a:r>
              <a:rPr lang="de" sz="1700" dirty="0">
                <a:solidFill>
                  <a:schemeClr val="dk2"/>
                </a:solidFill>
              </a:rPr>
              <a:t> </a:t>
            </a:r>
            <a:r>
              <a:rPr lang="de" sz="1700" dirty="0" err="1">
                <a:solidFill>
                  <a:schemeClr val="dk2"/>
                </a:solidFill>
              </a:rPr>
              <a:t>when</a:t>
            </a:r>
            <a:r>
              <a:rPr lang="de" sz="1700" dirty="0">
                <a:solidFill>
                  <a:schemeClr val="dk2"/>
                </a:solidFill>
              </a:rPr>
              <a:t> </a:t>
            </a:r>
            <a:r>
              <a:rPr lang="de" sz="1700" dirty="0" err="1">
                <a:solidFill>
                  <a:schemeClr val="dk2"/>
                </a:solidFill>
              </a:rPr>
              <a:t>you</a:t>
            </a:r>
            <a:r>
              <a:rPr lang="de" sz="1700" dirty="0">
                <a:solidFill>
                  <a:schemeClr val="dk2"/>
                </a:solidFill>
              </a:rPr>
              <a:t> finish, </a:t>
            </a:r>
            <a:r>
              <a:rPr lang="de" sz="1700" dirty="0" err="1">
                <a:solidFill>
                  <a:schemeClr val="dk2"/>
                </a:solidFill>
              </a:rPr>
              <a:t>look</a:t>
            </a:r>
            <a:r>
              <a:rPr lang="de" sz="1700" dirty="0">
                <a:solidFill>
                  <a:schemeClr val="dk2"/>
                </a:solidFill>
              </a:rPr>
              <a:t> at </a:t>
            </a:r>
            <a:r>
              <a:rPr lang="de" sz="1700" dirty="0" err="1">
                <a:solidFill>
                  <a:schemeClr val="dk2"/>
                </a:solidFill>
              </a:rPr>
              <a:t>the</a:t>
            </a:r>
            <a:r>
              <a:rPr lang="de" sz="1700" dirty="0">
                <a:solidFill>
                  <a:schemeClr val="dk2"/>
                </a:solidFill>
              </a:rPr>
              <a:t> Grammar box on </a:t>
            </a:r>
            <a:r>
              <a:rPr lang="de" sz="1700" dirty="0" err="1">
                <a:solidFill>
                  <a:schemeClr val="dk2"/>
                </a:solidFill>
              </a:rPr>
              <a:t>page</a:t>
            </a:r>
            <a:r>
              <a:rPr lang="de" sz="1700" dirty="0">
                <a:solidFill>
                  <a:schemeClr val="dk2"/>
                </a:solidFill>
              </a:rPr>
              <a:t> 31.</a:t>
            </a:r>
            <a:endParaRPr sz="1700" dirty="0">
              <a:solidFill>
                <a:schemeClr val="dk2"/>
              </a:solidFill>
            </a:endParaRPr>
          </a:p>
          <a:p>
            <a:pPr marL="0" lvl="0" indent="0" algn="l" rtl="0">
              <a:lnSpc>
                <a:spcPct val="80000"/>
              </a:lnSpc>
              <a:spcBef>
                <a:spcPts val="0"/>
              </a:spcBef>
              <a:spcAft>
                <a:spcPts val="0"/>
              </a:spcAft>
              <a:buSzPts val="688"/>
              <a:buNone/>
            </a:pPr>
            <a:r>
              <a:rPr lang="de" sz="1700" dirty="0">
                <a:solidFill>
                  <a:schemeClr val="dk2"/>
                </a:solidFill>
              </a:rPr>
              <a:t>	Read </a:t>
            </a:r>
            <a:r>
              <a:rPr lang="de" sz="1700" dirty="0" err="1">
                <a:solidFill>
                  <a:schemeClr val="dk2"/>
                </a:solidFill>
              </a:rPr>
              <a:t>the</a:t>
            </a:r>
            <a:r>
              <a:rPr lang="de" sz="1700" dirty="0">
                <a:solidFill>
                  <a:schemeClr val="dk2"/>
                </a:solidFill>
              </a:rPr>
              <a:t> time </a:t>
            </a:r>
            <a:r>
              <a:rPr lang="de" sz="1700" dirty="0" err="1">
                <a:solidFill>
                  <a:schemeClr val="dk2"/>
                </a:solidFill>
              </a:rPr>
              <a:t>linkers</a:t>
            </a:r>
            <a:r>
              <a:rPr lang="de" sz="1700" dirty="0">
                <a:solidFill>
                  <a:schemeClr val="dk2"/>
                </a:solidFill>
              </a:rPr>
              <a:t> and </a:t>
            </a:r>
            <a:r>
              <a:rPr lang="de" sz="1700" dirty="0" err="1">
                <a:solidFill>
                  <a:schemeClr val="dk2"/>
                </a:solidFill>
              </a:rPr>
              <a:t>the</a:t>
            </a:r>
            <a:r>
              <a:rPr lang="de" sz="1700" dirty="0">
                <a:solidFill>
                  <a:schemeClr val="dk2"/>
                </a:solidFill>
              </a:rPr>
              <a:t> </a:t>
            </a:r>
            <a:r>
              <a:rPr lang="de" sz="1700" dirty="0" err="1">
                <a:solidFill>
                  <a:schemeClr val="dk2"/>
                </a:solidFill>
              </a:rPr>
              <a:t>examples</a:t>
            </a:r>
            <a:r>
              <a:rPr lang="de" sz="1700" dirty="0">
                <a:solidFill>
                  <a:schemeClr val="dk2"/>
                </a:solidFill>
              </a:rPr>
              <a:t>. </a:t>
            </a:r>
            <a:endParaRPr sz="1700" dirty="0">
              <a:solidFill>
                <a:schemeClr val="dk2"/>
              </a:solidFill>
            </a:endParaRPr>
          </a:p>
          <a:p>
            <a:pPr marL="0" lvl="0" indent="0" algn="l" rtl="0">
              <a:lnSpc>
                <a:spcPct val="80000"/>
              </a:lnSpc>
              <a:spcBef>
                <a:spcPts val="0"/>
              </a:spcBef>
              <a:spcAft>
                <a:spcPts val="0"/>
              </a:spcAft>
              <a:buSzPts val="688"/>
              <a:buNone/>
            </a:pPr>
            <a:r>
              <a:rPr lang="de" sz="1700" dirty="0">
                <a:solidFill>
                  <a:schemeClr val="dk2"/>
                </a:solidFill>
              </a:rPr>
              <a:t>	Go back </a:t>
            </a:r>
            <a:r>
              <a:rPr lang="de" sz="1700" dirty="0" err="1">
                <a:solidFill>
                  <a:schemeClr val="dk2"/>
                </a:solidFill>
              </a:rPr>
              <a:t>to</a:t>
            </a:r>
            <a:r>
              <a:rPr lang="de" sz="1700" dirty="0">
                <a:solidFill>
                  <a:schemeClr val="dk2"/>
                </a:solidFill>
              </a:rPr>
              <a:t> </a:t>
            </a:r>
            <a:r>
              <a:rPr lang="de" sz="1700" dirty="0" err="1">
                <a:solidFill>
                  <a:schemeClr val="dk2"/>
                </a:solidFill>
              </a:rPr>
              <a:t>your</a:t>
            </a:r>
            <a:r>
              <a:rPr lang="de" sz="1700" dirty="0">
                <a:solidFill>
                  <a:schemeClr val="dk2"/>
                </a:solidFill>
              </a:rPr>
              <a:t> </a:t>
            </a:r>
            <a:r>
              <a:rPr lang="de" sz="1700" dirty="0" err="1">
                <a:solidFill>
                  <a:schemeClr val="dk2"/>
                </a:solidFill>
              </a:rPr>
              <a:t>text</a:t>
            </a:r>
            <a:r>
              <a:rPr lang="de" sz="1700" dirty="0">
                <a:solidFill>
                  <a:schemeClr val="dk2"/>
                </a:solidFill>
              </a:rPr>
              <a:t> and </a:t>
            </a:r>
            <a:r>
              <a:rPr lang="de" sz="1700" b="1" dirty="0" err="1">
                <a:solidFill>
                  <a:schemeClr val="dk2"/>
                </a:solidFill>
              </a:rPr>
              <a:t>underline</a:t>
            </a:r>
            <a:r>
              <a:rPr lang="de" sz="1700" b="1" dirty="0">
                <a:solidFill>
                  <a:schemeClr val="dk2"/>
                </a:solidFill>
              </a:rPr>
              <a:t> </a:t>
            </a:r>
            <a:r>
              <a:rPr lang="de" sz="1700" b="1" dirty="0" err="1">
                <a:solidFill>
                  <a:schemeClr val="dk2"/>
                </a:solidFill>
              </a:rPr>
              <a:t>or</a:t>
            </a:r>
            <a:r>
              <a:rPr lang="de" sz="1700" b="1" dirty="0">
                <a:solidFill>
                  <a:schemeClr val="dk2"/>
                </a:solidFill>
              </a:rPr>
              <a:t> highlight </a:t>
            </a:r>
            <a:r>
              <a:rPr lang="de" sz="1700" b="1" dirty="0" err="1">
                <a:solidFill>
                  <a:schemeClr val="dk2"/>
                </a:solidFill>
              </a:rPr>
              <a:t>these</a:t>
            </a:r>
            <a:r>
              <a:rPr lang="de" sz="1700" b="1" dirty="0">
                <a:solidFill>
                  <a:schemeClr val="dk2"/>
                </a:solidFill>
              </a:rPr>
              <a:t> </a:t>
            </a:r>
            <a:r>
              <a:rPr lang="de" sz="1700" b="1" dirty="0" err="1">
                <a:solidFill>
                  <a:schemeClr val="dk2"/>
                </a:solidFill>
              </a:rPr>
              <a:t>words</a:t>
            </a:r>
            <a:r>
              <a:rPr lang="de" sz="1700" b="1" dirty="0">
                <a:solidFill>
                  <a:schemeClr val="dk2"/>
                </a:solidFill>
              </a:rPr>
              <a:t>.</a:t>
            </a:r>
            <a:endParaRPr sz="1700" b="1" dirty="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
              <a:t>Final Task: </a:t>
            </a:r>
            <a:br>
              <a:rPr lang="de"/>
            </a:br>
            <a:r>
              <a:rPr lang="de"/>
              <a:t>Write a </a:t>
            </a:r>
            <a:r>
              <a:rPr lang="de" b="1"/>
              <a:t>short story</a:t>
            </a:r>
            <a:r>
              <a:rPr lang="de"/>
              <a:t> about your </a:t>
            </a:r>
            <a:r>
              <a:rPr lang="de" b="1"/>
              <a:t>crazy</a:t>
            </a:r>
            <a:r>
              <a:rPr lang="de"/>
              <a:t> and </a:t>
            </a:r>
            <a:r>
              <a:rPr lang="de" b="1"/>
              <a:t>exciting</a:t>
            </a:r>
            <a:r>
              <a:rPr lang="de"/>
              <a:t> </a:t>
            </a:r>
            <a:r>
              <a:rPr lang="de" b="1"/>
              <a:t>journey</a:t>
            </a:r>
            <a:r>
              <a:rPr lang="de"/>
              <a:t> to school today. Use as many </a:t>
            </a:r>
            <a:r>
              <a:rPr lang="de" b="1"/>
              <a:t>time linkers</a:t>
            </a:r>
            <a:r>
              <a:rPr lang="de"/>
              <a:t> as possible. </a:t>
            </a:r>
            <a:endParaRPr/>
          </a:p>
          <a:p>
            <a:pPr marL="0" lvl="0" indent="0" algn="ctr" rtl="0">
              <a:spcBef>
                <a:spcPts val="0"/>
              </a:spcBef>
              <a:spcAft>
                <a:spcPts val="0"/>
              </a:spcAft>
              <a:buNone/>
            </a:pPr>
            <a:r>
              <a:rPr lang="de"/>
              <a:t>(100-120 words)</a:t>
            </a:r>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501</Words>
  <Application>Microsoft Macintosh PowerPoint</Application>
  <PresentationFormat>Bildschirmpräsentation (16:9)</PresentationFormat>
  <Paragraphs>40</Paragraphs>
  <Slides>8</Slides>
  <Notes>8</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vt:i4>
      </vt:variant>
    </vt:vector>
  </HeadingPairs>
  <TitlesOfParts>
    <vt:vector size="12" baseType="lpstr">
      <vt:lpstr>Calibri</vt:lpstr>
      <vt:lpstr>Nunito</vt:lpstr>
      <vt:lpstr>Arial</vt:lpstr>
      <vt:lpstr>Shift</vt:lpstr>
      <vt:lpstr>PowerPoint-Präsentation</vt:lpstr>
      <vt:lpstr>Step 1 – Work in pairs Student A: Read the text about James Holman (page 24–25) and do the tasks below (1 to 9). Student B: Read the text about Mary Kingsley (page 26–27) and do the tasks below (1 to 9).</vt:lpstr>
      <vt:lpstr>Step 2 – Prepare a short summary for your partner. Use the questions below to help you talk about your traveller. Write your notes in your school exercise book:  Who was this person and when did they live? What challenges or problems did this person face? Where did this person travel? Give some examples of places. What interesting or dangerous adventures did they have? Give 2-3 examples. Why was this person special or famous?</vt:lpstr>
      <vt:lpstr>Step 3 – Tell your partner about your traveller and his or her story. The other person listens carefully.</vt:lpstr>
      <vt:lpstr>Step 4 – Switch tasks: After listening to your partner, read the other text and do the tasks the task.   How well did your partner’s summary help you?</vt:lpstr>
      <vt:lpstr>Step X – Let’s notice!  → While you wait or when you finish, look at the Grammar box on page 31.  → Read the time linkers and the example sentences.   → Go back to your texts and underline or highlight these words.</vt:lpstr>
      <vt:lpstr>PowerPoint-Präsentation</vt:lpstr>
      <vt:lpstr>Final Task:  Write a short story about your crazy and exciting journey to school today. Use as many time linkers as possible.  (100-120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Orhan Vehabovic</cp:lastModifiedBy>
  <cp:revision>2</cp:revision>
  <dcterms:modified xsi:type="dcterms:W3CDTF">2026-01-31T14:31:21Z</dcterms:modified>
</cp:coreProperties>
</file>