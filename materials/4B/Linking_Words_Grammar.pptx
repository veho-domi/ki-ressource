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67" r:id="rId3"/>
    <p:sldId id="258" r:id="rId4"/>
    <p:sldId id="259" r:id="rId5"/>
    <p:sldId id="262" r:id="rId6"/>
    <p:sldId id="260" r:id="rId7"/>
    <p:sldId id="270" r:id="rId8"/>
    <p:sldId id="268" r:id="rId9"/>
    <p:sldId id="264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7DD4"/>
    <a:srgbClr val="FF6B6B"/>
    <a:srgbClr val="4EC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07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0BDEF-B893-5A06-299A-EC7688ED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2E954-BAE6-F30C-BDED-0CB85AFC4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99024-1DB1-1BD8-71FA-14AFBA46A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AD175-9642-9FE2-7BBC-93F4DA12C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1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BF27-967D-2044-3D86-2A255B05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2C43A-0E19-B5A3-B535-16DEC0D42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BA14D-AB66-DAE4-84C9-6809554D2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16706-D7A5-7F46-49C7-EDEC65770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76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26AC-88E8-8BDB-3EEC-83A30E0D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2557D-C282-47A7-FE25-A26A2D5D2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272-3727-8C57-CD21-84390DEDF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D9754-02D6-BB7F-8B51-29FC6FB5D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69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3247-7308-0487-3FA5-A44C0EB7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424DF-6988-8909-6F47-DFA780CCA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BFA4C-4CF7-4452-8AAB-9A92FD21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BA521-1733-280D-BCBF-57A3DF8BD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83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A47E-07DE-803E-90FC-35832DB14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B2727-21B1-D5D7-8F9E-B7235700E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8F124-7221-4B44-3503-8E4C9DE3C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C12E4-4351-CBC7-E198-32F4B12FC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12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971E-7BDD-BE69-2360-570F8D62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CA29A-0072-2515-6DDE-D9B3ECF29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ED67F-96C8-B45D-1D5D-77B582F28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5ACC2-C14A-95D8-0388-C02FC2918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3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D4B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Text 1"/>
          <p:cNvSpPr/>
          <p:nvPr/>
        </p:nvSpPr>
        <p:spPr>
          <a:xfrm>
            <a:off x="8001000" y="7620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762000" y="3762375"/>
            <a:ext cx="428625" cy="428625"/>
          </a:xfrm>
          <a:prstGeom prst="roundRect">
            <a:avLst>
              <a:gd name="adj" fmla="val 40000"/>
            </a:avLst>
          </a:prstGeom>
          <a:solidFill>
            <a:srgbClr val="7FBFD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7477125" y="4048125"/>
            <a:ext cx="523875" cy="523875"/>
          </a:xfrm>
          <a:prstGeom prst="roundRect">
            <a:avLst>
              <a:gd name="adj" fmla="val 174545"/>
            </a:avLst>
          </a:prstGeom>
          <a:solidFill>
            <a:srgbClr val="5B8B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428750" y="1428750"/>
            <a:ext cx="333375" cy="333375"/>
          </a:xfrm>
          <a:prstGeom prst="roundRect">
            <a:avLst>
              <a:gd name="adj" fmla="val 30000"/>
            </a:avLst>
          </a:prstGeom>
          <a:solidFill>
            <a:srgbClr val="D4B8E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2260699" y="1762125"/>
            <a:ext cx="1333500" cy="1619250"/>
          </a:xfrm>
          <a:prstGeom prst="roundRect">
            <a:avLst>
              <a:gd name="adj" fmla="val 5714"/>
            </a:avLst>
          </a:prstGeom>
          <a:solidFill>
            <a:srgbClr val="7FDFD4"/>
          </a:solidFill>
          <a:ln w="28575">
            <a:solidFill>
              <a:srgbClr val="2D2D2D"/>
            </a:solidFill>
          </a:ln>
          <a:effectLst>
            <a:outerShdw blurRad="101600" dist="76200" dir="10800000" algn="bl" rotWithShape="0">
              <a:srgbClr val="5BBFB4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2594074" y="2076450"/>
            <a:ext cx="666750" cy="571500"/>
          </a:xfrm>
          <a:prstGeom prst="rect">
            <a:avLst/>
          </a:prstGeom>
          <a:solidFill>
            <a:srgbClr val="D4B8E8"/>
          </a:solidFill>
          <a:ln w="19050">
            <a:solidFill>
              <a:srgbClr val="E57DD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2674846" y="2122140"/>
            <a:ext cx="50520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4B</a:t>
            </a:r>
            <a:endParaRPr lang="en-US" sz="2700" noProof="0" dirty="0"/>
          </a:p>
        </p:txBody>
      </p:sp>
      <p:sp>
        <p:nvSpPr>
          <p:cNvPr id="10" name="Text 8"/>
          <p:cNvSpPr/>
          <p:nvPr/>
        </p:nvSpPr>
        <p:spPr>
          <a:xfrm>
            <a:off x="2546449" y="3086100"/>
            <a:ext cx="762000" cy="28575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2641699" y="2990850"/>
            <a:ext cx="571500" cy="28575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2832199" y="3162300"/>
            <a:ext cx="190500" cy="285750"/>
          </a:xfrm>
          <a:prstGeom prst="rect">
            <a:avLst/>
          </a:prstGeom>
          <a:solidFill>
            <a:srgbClr val="E57D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3975199" y="1733550"/>
            <a:ext cx="25260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School</a:t>
            </a:r>
            <a:endParaRPr lang="en-US" sz="3900" noProof="0" dirty="0"/>
          </a:p>
        </p:txBody>
      </p:sp>
      <p:sp>
        <p:nvSpPr>
          <p:cNvPr id="14" name="Text 12"/>
          <p:cNvSpPr/>
          <p:nvPr/>
        </p:nvSpPr>
        <p:spPr>
          <a:xfrm>
            <a:off x="3975199" y="2324100"/>
            <a:ext cx="29661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9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Exercise: </a:t>
            </a:r>
            <a:endParaRPr lang="en-US" sz="3900" noProof="0" dirty="0"/>
          </a:p>
        </p:txBody>
      </p:sp>
      <p:sp>
        <p:nvSpPr>
          <p:cNvPr id="15" name="Text 13"/>
          <p:cNvSpPr/>
          <p:nvPr/>
        </p:nvSpPr>
        <p:spPr>
          <a:xfrm>
            <a:off x="3975198" y="2914650"/>
            <a:ext cx="3805827" cy="94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Linking Words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ts val="3900"/>
              </a:lnSpc>
            </a:pPr>
            <a:endParaRPr lang="en-US" sz="3900" noProof="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6289704-A82E-968D-B22C-3EFE2C54D109}"/>
              </a:ext>
            </a:extLst>
          </p:cNvPr>
          <p:cNvSpPr/>
          <p:nvPr/>
        </p:nvSpPr>
        <p:spPr>
          <a:xfrm>
            <a:off x="5338173" y="864438"/>
            <a:ext cx="3805827" cy="94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r>
              <a:rPr kumimoji="0" lang="en-US" sz="2400" b="1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of December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>
              <a:lnSpc>
                <a:spcPts val="3900"/>
              </a:lnSpc>
            </a:pPr>
            <a:endParaRPr lang="en-US" sz="3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DF2C-EDC0-F5F0-9440-88067059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E96C65-E8AE-EC70-006D-E8D7EC46CEFF}"/>
              </a:ext>
            </a:extLst>
          </p:cNvPr>
          <p:cNvSpPr/>
          <p:nvPr/>
        </p:nvSpPr>
        <p:spPr>
          <a:xfrm>
            <a:off x="381000" y="428625"/>
            <a:ext cx="8175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0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School exercise: Linking Words</a:t>
            </a:r>
            <a:endParaRPr lang="en-US" sz="4000" noProof="0" dirty="0"/>
          </a:p>
        </p:txBody>
      </p:sp>
      <p:pic>
        <p:nvPicPr>
          <p:cNvPr id="3" name="Image 0" descr="/tmp/rasterized-gradient-63f380b7.png">
            <a:extLst>
              <a:ext uri="{FF2B5EF4-FFF2-40B4-BE49-F238E27FC236}">
                <a16:creationId xmlns:a16="http://schemas.microsoft.com/office/drawing/2014/main" id="{94F8F596-C552-DD6A-C193-1F453DE6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809625"/>
            <a:ext cx="7380505" cy="8786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895D5D2-4AE6-8B40-34F4-5A66592F7EFF}"/>
              </a:ext>
            </a:extLst>
          </p:cNvPr>
          <p:cNvSpPr/>
          <p:nvPr/>
        </p:nvSpPr>
        <p:spPr>
          <a:xfrm>
            <a:off x="404813" y="1390650"/>
            <a:ext cx="8382000" cy="628650"/>
          </a:xfrm>
          <a:prstGeom prst="rect">
            <a:avLst/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D3F3B9D-47B4-5E6D-7FB1-E05508C728CB}"/>
              </a:ext>
            </a:extLst>
          </p:cNvPr>
          <p:cNvSpPr/>
          <p:nvPr/>
        </p:nvSpPr>
        <p:spPr>
          <a:xfrm>
            <a:off x="409032" y="1390650"/>
            <a:ext cx="0" cy="628650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DEA60B8-2F72-4D46-0539-FB47AB2B5044}"/>
              </a:ext>
            </a:extLst>
          </p:cNvPr>
          <p:cNvSpPr/>
          <p:nvPr/>
        </p:nvSpPr>
        <p:spPr>
          <a:xfrm>
            <a:off x="666750" y="1419225"/>
            <a:ext cx="8015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Linking words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are words and phrases that </a:t>
            </a:r>
            <a:r>
              <a:rPr lang="en-US" sz="2400" b="1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connect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400" u="sng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sentences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and </a:t>
            </a:r>
            <a:r>
              <a:rPr lang="en-US" sz="2400" u="sng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ideas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</a:t>
            </a:r>
            <a:endParaRPr lang="en-US" sz="24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E00F597-B73A-7F08-D09A-C722EDA366CC}"/>
              </a:ext>
            </a:extLst>
          </p:cNvPr>
          <p:cNvSpPr/>
          <p:nvPr/>
        </p:nvSpPr>
        <p:spPr>
          <a:xfrm>
            <a:off x="3810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8FF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2A255D9-2F91-3EE7-288F-FC15820F775D}"/>
              </a:ext>
            </a:extLst>
          </p:cNvPr>
          <p:cNvSpPr/>
          <p:nvPr/>
        </p:nvSpPr>
        <p:spPr>
          <a:xfrm>
            <a:off x="381000" y="2338388"/>
            <a:ext cx="2667000" cy="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0D0AE1F-470D-B912-BCD3-2B8E7E6C7F4B}"/>
              </a:ext>
            </a:extLst>
          </p:cNvPr>
          <p:cNvSpPr/>
          <p:nvPr/>
        </p:nvSpPr>
        <p:spPr>
          <a:xfrm>
            <a:off x="806100" y="2533650"/>
            <a:ext cx="1816799" cy="20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Cause + Result</a:t>
            </a:r>
            <a:endParaRPr lang="en-US" sz="2000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C5AC3E-08B8-DD30-C7FA-94F0950FCD1E}"/>
              </a:ext>
            </a:extLst>
          </p:cNvPr>
          <p:cNvSpPr/>
          <p:nvPr/>
        </p:nvSpPr>
        <p:spPr>
          <a:xfrm>
            <a:off x="32385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D06CD32-F04D-1BC0-D72E-7A9A56A963B0}"/>
              </a:ext>
            </a:extLst>
          </p:cNvPr>
          <p:cNvSpPr/>
          <p:nvPr/>
        </p:nvSpPr>
        <p:spPr>
          <a:xfrm>
            <a:off x="3238500" y="2338388"/>
            <a:ext cx="2667000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E2E97D4-F085-7EE4-64D0-AF66FD05CB8D}"/>
              </a:ext>
            </a:extLst>
          </p:cNvPr>
          <p:cNvSpPr/>
          <p:nvPr/>
        </p:nvSpPr>
        <p:spPr>
          <a:xfrm>
            <a:off x="3974497" y="2533650"/>
            <a:ext cx="1195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Contrast</a:t>
            </a:r>
            <a:endParaRPr lang="en-US" sz="2000" noProof="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DA90006-68CD-6151-BAE0-EEE207626551}"/>
              </a:ext>
            </a:extLst>
          </p:cNvPr>
          <p:cNvSpPr/>
          <p:nvPr/>
        </p:nvSpPr>
        <p:spPr>
          <a:xfrm>
            <a:off x="60960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6CC0403-62C1-6961-BF38-503361A3403F}"/>
              </a:ext>
            </a:extLst>
          </p:cNvPr>
          <p:cNvSpPr/>
          <p:nvPr/>
        </p:nvSpPr>
        <p:spPr>
          <a:xfrm>
            <a:off x="6096000" y="2338388"/>
            <a:ext cx="2667000" cy="0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BC08BB4-BDED-09CA-CCB3-AE439FB5E4EB}"/>
              </a:ext>
            </a:extLst>
          </p:cNvPr>
          <p:cNvSpPr/>
          <p:nvPr/>
        </p:nvSpPr>
        <p:spPr>
          <a:xfrm>
            <a:off x="6831997" y="2533650"/>
            <a:ext cx="1195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Purpose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292767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rasterized-gradient-63f380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809625"/>
            <a:ext cx="7424053" cy="883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4813" y="1390650"/>
            <a:ext cx="8382000" cy="628650"/>
          </a:xfrm>
          <a:prstGeom prst="rect">
            <a:avLst/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5" name="Shape 2"/>
          <p:cNvSpPr/>
          <p:nvPr/>
        </p:nvSpPr>
        <p:spPr>
          <a:xfrm>
            <a:off x="409032" y="1390650"/>
            <a:ext cx="0" cy="628650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6" name="Text 3"/>
          <p:cNvSpPr/>
          <p:nvPr/>
        </p:nvSpPr>
        <p:spPr>
          <a:xfrm>
            <a:off x="666750" y="1419225"/>
            <a:ext cx="80152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Linking words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are words and phrases that </a:t>
            </a:r>
            <a:r>
              <a:rPr lang="en-US" sz="2400" b="1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connect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400" u="sng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sentences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and </a:t>
            </a:r>
            <a:r>
              <a:rPr lang="en-US" sz="2400" u="sng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ideas</a:t>
            </a:r>
            <a:r>
              <a:rPr lang="en-US" sz="24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</a:t>
            </a:r>
            <a:endParaRPr lang="en-US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3810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8FF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8" name="Shape 5"/>
          <p:cNvSpPr/>
          <p:nvPr/>
        </p:nvSpPr>
        <p:spPr>
          <a:xfrm>
            <a:off x="381000" y="2338388"/>
            <a:ext cx="2667000" cy="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9" name="Text 6"/>
          <p:cNvSpPr/>
          <p:nvPr/>
        </p:nvSpPr>
        <p:spPr>
          <a:xfrm>
            <a:off x="806100" y="2533650"/>
            <a:ext cx="1816799" cy="20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Cause + Result</a:t>
            </a:r>
            <a:endParaRPr lang="en-US" sz="2000" noProof="0" dirty="0"/>
          </a:p>
        </p:txBody>
      </p:sp>
      <p:sp>
        <p:nvSpPr>
          <p:cNvPr id="10" name="Text 7"/>
          <p:cNvSpPr/>
          <p:nvPr/>
        </p:nvSpPr>
        <p:spPr>
          <a:xfrm>
            <a:off x="529209" y="2805112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200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Ursache und </a:t>
            </a:r>
            <a:r>
              <a:rPr lang="en-US" sz="1200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Ergebnis</a:t>
            </a:r>
            <a:endParaRPr lang="en-US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529209" y="3460401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 of</a:t>
            </a:r>
            <a:endParaRPr lang="en-US" sz="2000" noProof="0" dirty="0"/>
          </a:p>
        </p:txBody>
      </p:sp>
      <p:sp>
        <p:nvSpPr>
          <p:cNvPr id="12" name="Text 9"/>
          <p:cNvSpPr/>
          <p:nvPr/>
        </p:nvSpPr>
        <p:spPr>
          <a:xfrm>
            <a:off x="32385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38500" y="2338388"/>
            <a:ext cx="2667000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14" name="Text 11"/>
          <p:cNvSpPr/>
          <p:nvPr/>
        </p:nvSpPr>
        <p:spPr>
          <a:xfrm>
            <a:off x="3974497" y="2533650"/>
            <a:ext cx="1195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Contrast</a:t>
            </a:r>
            <a:endParaRPr lang="en-US" sz="2000" noProof="0" dirty="0"/>
          </a:p>
        </p:txBody>
      </p:sp>
      <p:sp>
        <p:nvSpPr>
          <p:cNvPr id="15" name="Text 12"/>
          <p:cNvSpPr/>
          <p:nvPr/>
        </p:nvSpPr>
        <p:spPr>
          <a:xfrm>
            <a:off x="3386709" y="2805112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200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sz="1200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Gegensatz</a:t>
            </a:r>
            <a:endParaRPr lang="en-US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3410522" y="3396184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although, however</a:t>
            </a:r>
            <a:endParaRPr lang="en-US" sz="2000" noProof="0" dirty="0"/>
          </a:p>
        </p:txBody>
      </p:sp>
      <p:sp>
        <p:nvSpPr>
          <p:cNvPr id="17" name="Text 14"/>
          <p:cNvSpPr/>
          <p:nvPr/>
        </p:nvSpPr>
        <p:spPr>
          <a:xfrm>
            <a:off x="6096000" y="2314575"/>
            <a:ext cx="2667000" cy="2352675"/>
          </a:xfrm>
          <a:prstGeom prst="roundRect">
            <a:avLst>
              <a:gd name="adj" fmla="val 4858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noProof="0" dirty="0"/>
          </a:p>
        </p:txBody>
      </p:sp>
      <p:sp>
        <p:nvSpPr>
          <p:cNvPr id="18" name="Shape 15"/>
          <p:cNvSpPr/>
          <p:nvPr/>
        </p:nvSpPr>
        <p:spPr>
          <a:xfrm>
            <a:off x="6096000" y="2338388"/>
            <a:ext cx="2667000" cy="0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sz="3200" noProof="0" dirty="0"/>
          </a:p>
        </p:txBody>
      </p:sp>
      <p:sp>
        <p:nvSpPr>
          <p:cNvPr id="19" name="Text 16"/>
          <p:cNvSpPr/>
          <p:nvPr/>
        </p:nvSpPr>
        <p:spPr>
          <a:xfrm>
            <a:off x="6831997" y="2533650"/>
            <a:ext cx="1195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20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Purpose</a:t>
            </a:r>
            <a:endParaRPr lang="en-US" sz="2000" noProof="0" dirty="0"/>
          </a:p>
        </p:txBody>
      </p:sp>
      <p:sp>
        <p:nvSpPr>
          <p:cNvPr id="20" name="Text 17"/>
          <p:cNvSpPr/>
          <p:nvPr/>
        </p:nvSpPr>
        <p:spPr>
          <a:xfrm>
            <a:off x="6244209" y="2819400"/>
            <a:ext cx="2370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200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sz="1200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Absicht</a:t>
            </a:r>
            <a:endParaRPr lang="en-US" sz="1200" noProof="0" dirty="0"/>
          </a:p>
        </p:txBody>
      </p:sp>
      <p:sp>
        <p:nvSpPr>
          <p:cNvPr id="21" name="Text 18"/>
          <p:cNvSpPr/>
          <p:nvPr/>
        </p:nvSpPr>
        <p:spPr>
          <a:xfrm>
            <a:off x="6244209" y="3396184"/>
            <a:ext cx="2370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0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 that, in order to</a:t>
            </a:r>
            <a:endParaRPr lang="en-US" sz="2000" noProof="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73D0757C-5936-CF7F-1EE7-3D19F93F6145}"/>
              </a:ext>
            </a:extLst>
          </p:cNvPr>
          <p:cNvSpPr/>
          <p:nvPr/>
        </p:nvSpPr>
        <p:spPr>
          <a:xfrm>
            <a:off x="381000" y="428625"/>
            <a:ext cx="8175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40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School exercise: Linking Words</a:t>
            </a:r>
            <a:endParaRPr lang="en-US" sz="4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6459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Cause and Result</a:t>
            </a:r>
            <a:endParaRPr lang="en-U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381000" y="62745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Ursache und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Ergebnis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381000" y="890290"/>
            <a:ext cx="2095500" cy="47625"/>
          </a:xfrm>
          <a:prstGeom prst="roundRect">
            <a:avLst>
              <a:gd name="adj" fmla="val 6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381000" y="1280815"/>
            <a:ext cx="8382000" cy="1135261"/>
          </a:xfrm>
          <a:prstGeom prst="roundRect">
            <a:avLst>
              <a:gd name="adj" fmla="val 10068"/>
            </a:avLst>
          </a:prstGeom>
          <a:solidFill>
            <a:srgbClr val="E8F8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588645" y="1471315"/>
            <a:ext cx="79667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</a:t>
            </a: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of</a:t>
            </a:r>
            <a:endParaRPr lang="en-US" sz="2400" noProof="0" dirty="0">
              <a:solidFill>
                <a:srgbClr val="4ECDC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88645" y="2012305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2000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sz="2000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wegen</a:t>
            </a:r>
            <a:endParaRPr lang="en-US" sz="2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1185-A517-A1DF-B411-A78B3F5E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AF4A1E-10DE-C98B-0BD3-00AFE791D42B}"/>
              </a:ext>
            </a:extLst>
          </p:cNvPr>
          <p:cNvSpPr/>
          <p:nvPr/>
        </p:nvSpPr>
        <p:spPr>
          <a:xfrm>
            <a:off x="381000" y="246459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Cause and Result</a:t>
            </a:r>
            <a:endParaRPr lang="en-U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0683B0-53B3-EFA9-A01E-38FAA51D4083}"/>
              </a:ext>
            </a:extLst>
          </p:cNvPr>
          <p:cNvSpPr/>
          <p:nvPr/>
        </p:nvSpPr>
        <p:spPr>
          <a:xfrm>
            <a:off x="381000" y="62745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Ursache und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Ergebnis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F1B561-A853-2DBD-17EA-B7A14A5508B4}"/>
              </a:ext>
            </a:extLst>
          </p:cNvPr>
          <p:cNvSpPr/>
          <p:nvPr/>
        </p:nvSpPr>
        <p:spPr>
          <a:xfrm>
            <a:off x="381000" y="890290"/>
            <a:ext cx="2095500" cy="47625"/>
          </a:xfrm>
          <a:prstGeom prst="roundRect">
            <a:avLst>
              <a:gd name="adj" fmla="val 6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C45329-3C47-BFD2-C4A4-5AC61C0A845A}"/>
              </a:ext>
            </a:extLst>
          </p:cNvPr>
          <p:cNvSpPr/>
          <p:nvPr/>
        </p:nvSpPr>
        <p:spPr>
          <a:xfrm>
            <a:off x="381000" y="1280815"/>
            <a:ext cx="8382000" cy="1135261"/>
          </a:xfrm>
          <a:prstGeom prst="roundRect">
            <a:avLst>
              <a:gd name="adj" fmla="val 10068"/>
            </a:avLst>
          </a:prstGeom>
          <a:solidFill>
            <a:srgbClr val="E8F8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B2B611-2818-A9D5-4462-1717F490ECD1}"/>
              </a:ext>
            </a:extLst>
          </p:cNvPr>
          <p:cNvSpPr/>
          <p:nvPr/>
        </p:nvSpPr>
        <p:spPr>
          <a:xfrm>
            <a:off x="588645" y="1471315"/>
            <a:ext cx="796671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</a:t>
            </a: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400" b="1" noProof="0" dirty="0">
                <a:solidFill>
                  <a:srgbClr val="4ECDC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of</a:t>
            </a:r>
            <a:endParaRPr lang="en-US" sz="2400" noProof="0" dirty="0">
              <a:solidFill>
                <a:srgbClr val="4ECDC4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C197DB-70CD-48EF-6D5C-0EE134F5F98F}"/>
              </a:ext>
            </a:extLst>
          </p:cNvPr>
          <p:cNvSpPr/>
          <p:nvPr/>
        </p:nvSpPr>
        <p:spPr>
          <a:xfrm>
            <a:off x="588645" y="2012305"/>
            <a:ext cx="7966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2000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sz="2000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wegen</a:t>
            </a:r>
            <a:endParaRPr lang="en-US" sz="20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DC0E8F-6B64-A3F9-82C2-4D17821780FA}"/>
              </a:ext>
            </a:extLst>
          </p:cNvPr>
          <p:cNvSpPr/>
          <p:nvPr/>
        </p:nvSpPr>
        <p:spPr>
          <a:xfrm>
            <a:off x="314055" y="2416076"/>
            <a:ext cx="8382000" cy="1171426"/>
          </a:xfrm>
          <a:prstGeom prst="rect">
            <a:avLst/>
          </a:prstGeom>
          <a:solidFill>
            <a:srgbClr val="F8FF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D200471-CAAD-4B1F-FCAD-7ABE13E6B60F}"/>
              </a:ext>
            </a:extLst>
          </p:cNvPr>
          <p:cNvSpPr/>
          <p:nvPr/>
        </p:nvSpPr>
        <p:spPr>
          <a:xfrm>
            <a:off x="361681" y="2426717"/>
            <a:ext cx="0" cy="1171426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6BEEEC-9FFB-DA6C-110B-55A33399FBFE}"/>
              </a:ext>
            </a:extLst>
          </p:cNvPr>
          <p:cNvSpPr/>
          <p:nvPr/>
        </p:nvSpPr>
        <p:spPr>
          <a:xfrm>
            <a:off x="623618" y="2598167"/>
            <a:ext cx="80152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EXAMPLE:</a:t>
            </a:r>
            <a:endParaRPr lang="en-US" sz="825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D74DC34-D9E0-EE1B-17B0-2663BAD042B2}"/>
              </a:ext>
            </a:extLst>
          </p:cNvPr>
          <p:cNvSpPr/>
          <p:nvPr/>
        </p:nvSpPr>
        <p:spPr>
          <a:xfrm>
            <a:off x="623618" y="2820963"/>
            <a:ext cx="80152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Many children eat unhealthy food </a:t>
            </a:r>
            <a:r>
              <a:rPr lang="en-US" sz="2000" b="1" noProof="0" dirty="0">
                <a:highlight>
                  <a:srgbClr val="4ECDC4"/>
                </a:highlight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because of</a:t>
            </a:r>
            <a:r>
              <a:rPr lang="en-US" sz="2000" b="1" noProof="0" dirty="0"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2000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fast food advertising.</a:t>
            </a:r>
            <a:endParaRPr lang="en-US" sz="2000" noProof="0" dirty="0"/>
          </a:p>
        </p:txBody>
      </p:sp>
    </p:spTree>
    <p:extLst>
      <p:ext uri="{BB962C8B-B14F-4D97-AF65-F5344CB8AC3E}">
        <p14:creationId xmlns:p14="http://schemas.microsoft.com/office/powerpoint/2010/main" val="32197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61206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Contrast</a:t>
            </a:r>
            <a:endParaRPr lang="en-US" sz="2400" noProof="0" dirty="0"/>
          </a:p>
        </p:txBody>
      </p:sp>
      <p:sp>
        <p:nvSpPr>
          <p:cNvPr id="3" name="Text 1"/>
          <p:cNvSpPr/>
          <p:nvPr/>
        </p:nvSpPr>
        <p:spPr>
          <a:xfrm>
            <a:off x="381000" y="72315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Gegensatz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381000" y="966936"/>
            <a:ext cx="1333500" cy="47625"/>
          </a:xfrm>
          <a:prstGeom prst="roundRect">
            <a:avLst>
              <a:gd name="adj" fmla="val 6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381000" y="1338410"/>
            <a:ext cx="4132898" cy="906767"/>
          </a:xfrm>
          <a:prstGeom prst="roundRect">
            <a:avLst>
              <a:gd name="adj" fmla="val 11936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593137" y="1431153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However</a:t>
            </a:r>
            <a:endParaRPr lang="en-US" sz="2400" noProof="0" dirty="0">
              <a:solidFill>
                <a:srgbClr val="FF6B6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02621" y="1728789"/>
            <a:ext cx="4174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600"/>
              </a:spcBef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trotzdem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(beginning of new sentence)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4745627" y="1338411"/>
            <a:ext cx="4132898" cy="906766"/>
          </a:xfrm>
          <a:prstGeom prst="roundRect">
            <a:avLst>
              <a:gd name="adj" fmla="val 11936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82060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although</a:t>
            </a:r>
            <a:endParaRPr lang="en-US" sz="1800" noProof="0" dirty="0">
              <a:solidFill>
                <a:srgbClr val="FF6B6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82060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65"/>
              </a:lnSpc>
              <a:spcBef>
                <a:spcPts val="600"/>
              </a:spcBef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obwohl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(mid-sentence)</a:t>
            </a:r>
            <a:endParaRPr lang="en-US" noProof="0" dirty="0"/>
          </a:p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endParaRPr lang="en-US" sz="975" noProof="0" dirty="0"/>
          </a:p>
        </p:txBody>
      </p:sp>
      <p:sp>
        <p:nvSpPr>
          <p:cNvPr id="11" name="Text 9"/>
          <p:cNvSpPr/>
          <p:nvPr/>
        </p:nvSpPr>
        <p:spPr>
          <a:xfrm>
            <a:off x="381000" y="2460278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404813" y="2460278"/>
            <a:ext cx="0" cy="745778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381000" y="3472755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6" name="Shape 14"/>
          <p:cNvSpPr/>
          <p:nvPr/>
        </p:nvSpPr>
        <p:spPr>
          <a:xfrm>
            <a:off x="404813" y="3472755"/>
            <a:ext cx="0" cy="745778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CA37-F08E-7BA6-671B-F3EF42B3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4979B2-C78B-3003-6C82-ED05779348AF}"/>
              </a:ext>
            </a:extLst>
          </p:cNvPr>
          <p:cNvSpPr/>
          <p:nvPr/>
        </p:nvSpPr>
        <p:spPr>
          <a:xfrm>
            <a:off x="381000" y="361206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Contrast</a:t>
            </a:r>
            <a:endParaRPr lang="en-U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3E6428-EDED-3A48-713F-2A6B927B776C}"/>
              </a:ext>
            </a:extLst>
          </p:cNvPr>
          <p:cNvSpPr/>
          <p:nvPr/>
        </p:nvSpPr>
        <p:spPr>
          <a:xfrm>
            <a:off x="381000" y="72315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Gegensatz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05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4B47A9-26B9-DC0B-C147-F6973D10D6BE}"/>
              </a:ext>
            </a:extLst>
          </p:cNvPr>
          <p:cNvSpPr/>
          <p:nvPr/>
        </p:nvSpPr>
        <p:spPr>
          <a:xfrm>
            <a:off x="381000" y="966936"/>
            <a:ext cx="1333500" cy="47625"/>
          </a:xfrm>
          <a:prstGeom prst="roundRect">
            <a:avLst>
              <a:gd name="adj" fmla="val 6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D4E3CC-4513-405F-E1F2-94E1EFFAF9FD}"/>
              </a:ext>
            </a:extLst>
          </p:cNvPr>
          <p:cNvSpPr/>
          <p:nvPr/>
        </p:nvSpPr>
        <p:spPr>
          <a:xfrm>
            <a:off x="381000" y="1338411"/>
            <a:ext cx="4132898" cy="986786"/>
          </a:xfrm>
          <a:prstGeom prst="roundRect">
            <a:avLst>
              <a:gd name="adj" fmla="val 11936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68F137-24A6-30AA-0651-DDB69B49BCCA}"/>
              </a:ext>
            </a:extLst>
          </p:cNvPr>
          <p:cNvSpPr/>
          <p:nvPr/>
        </p:nvSpPr>
        <p:spPr>
          <a:xfrm>
            <a:off x="534353" y="1463597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However</a:t>
            </a:r>
            <a:endParaRPr lang="en-US" sz="2400" noProof="0" dirty="0">
              <a:solidFill>
                <a:srgbClr val="FF6B6B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BA5F94-773B-4C94-F7D8-CF98B3CFAD37}"/>
              </a:ext>
            </a:extLst>
          </p:cNvPr>
          <p:cNvSpPr/>
          <p:nvPr/>
        </p:nvSpPr>
        <p:spPr>
          <a:xfrm>
            <a:off x="302623" y="1772691"/>
            <a:ext cx="41741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600"/>
              </a:spcBef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trotzdem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(beginning of new sentence)</a:t>
            </a:r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C5ECF4-D14C-2C3F-9950-CF9B66C18237}"/>
              </a:ext>
            </a:extLst>
          </p:cNvPr>
          <p:cNvSpPr/>
          <p:nvPr/>
        </p:nvSpPr>
        <p:spPr>
          <a:xfrm>
            <a:off x="4745627" y="1338411"/>
            <a:ext cx="4132898" cy="986786"/>
          </a:xfrm>
          <a:prstGeom prst="roundRect">
            <a:avLst>
              <a:gd name="adj" fmla="val 11936"/>
            </a:avLst>
          </a:prstGeom>
          <a:solidFill>
            <a:srgbClr val="FF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F46512-EFEF-8A05-EE1A-AE72E4545635}"/>
              </a:ext>
            </a:extLst>
          </p:cNvPr>
          <p:cNvSpPr/>
          <p:nvPr/>
        </p:nvSpPr>
        <p:spPr>
          <a:xfrm>
            <a:off x="482060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although</a:t>
            </a:r>
            <a:endParaRPr lang="en-US" sz="1800" noProof="0" dirty="0">
              <a:solidFill>
                <a:srgbClr val="FF6B6B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2D4B4A-A0FF-6BAD-05A3-55EFDEE5DF62}"/>
              </a:ext>
            </a:extLst>
          </p:cNvPr>
          <p:cNvSpPr/>
          <p:nvPr/>
        </p:nvSpPr>
        <p:spPr>
          <a:xfrm>
            <a:off x="482060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65"/>
              </a:lnSpc>
              <a:spcBef>
                <a:spcPts val="600"/>
              </a:spcBef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obwohl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(mid-sentence)</a:t>
            </a:r>
            <a:endParaRPr lang="en-US" noProof="0" dirty="0"/>
          </a:p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endParaRPr lang="en-US" sz="975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F10CD96-1519-0836-64BA-B01660E43A27}"/>
              </a:ext>
            </a:extLst>
          </p:cNvPr>
          <p:cNvSpPr/>
          <p:nvPr/>
        </p:nvSpPr>
        <p:spPr>
          <a:xfrm>
            <a:off x="381000" y="2460278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15B7717-D7B6-8129-9C26-090B65A85D95}"/>
              </a:ext>
            </a:extLst>
          </p:cNvPr>
          <p:cNvSpPr/>
          <p:nvPr/>
        </p:nvSpPr>
        <p:spPr>
          <a:xfrm>
            <a:off x="404813" y="2460278"/>
            <a:ext cx="0" cy="745778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55A7D55-FAFC-BA77-410D-4949AC9CCFF0}"/>
              </a:ext>
            </a:extLst>
          </p:cNvPr>
          <p:cNvSpPr/>
          <p:nvPr/>
        </p:nvSpPr>
        <p:spPr>
          <a:xfrm>
            <a:off x="619125" y="2694737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Fast food is convenient and cheap. </a:t>
            </a:r>
            <a:r>
              <a:rPr lang="en-US" b="1" noProof="0" dirty="0">
                <a:highlight>
                  <a:srgbClr val="FF6B6B"/>
                </a:highlight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However</a:t>
            </a:r>
            <a:r>
              <a:rPr lang="en-US" b="1" noProof="0" dirty="0">
                <a:solidFill>
                  <a:srgbClr val="FF6B6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,</a:t>
            </a:r>
            <a:r>
              <a:rPr lang="en-US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it lacks essential nutrients.</a:t>
            </a:r>
            <a:endParaRPr lang="en-US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4F0705-6640-5285-EB3C-B579D7864B5A}"/>
              </a:ext>
            </a:extLst>
          </p:cNvPr>
          <p:cNvSpPr/>
          <p:nvPr/>
        </p:nvSpPr>
        <p:spPr>
          <a:xfrm>
            <a:off x="381000" y="3472755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A1A4638-B00A-AB06-46CF-5224C5372C7E}"/>
              </a:ext>
            </a:extLst>
          </p:cNvPr>
          <p:cNvSpPr/>
          <p:nvPr/>
        </p:nvSpPr>
        <p:spPr>
          <a:xfrm>
            <a:off x="404813" y="3472755"/>
            <a:ext cx="0" cy="745778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7ADF985-87CD-BD5E-43F1-5CD8EFD2735B}"/>
              </a:ext>
            </a:extLst>
          </p:cNvPr>
          <p:cNvSpPr/>
          <p:nvPr/>
        </p:nvSpPr>
        <p:spPr>
          <a:xfrm>
            <a:off x="619125" y="3606105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food looked delicious </a:t>
            </a:r>
            <a:r>
              <a:rPr lang="en-US" b="1" noProof="0" dirty="0">
                <a:highlight>
                  <a:srgbClr val="FF6B6B"/>
                </a:highlight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although</a:t>
            </a:r>
            <a:r>
              <a:rPr lang="en-US" noProof="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it wasn't very tasty.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487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5F4B-6F97-821F-00E0-531AA8E2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0AD17C-3281-1BE4-FB13-8585191ACB5B}"/>
              </a:ext>
            </a:extLst>
          </p:cNvPr>
          <p:cNvSpPr/>
          <p:nvPr/>
        </p:nvSpPr>
        <p:spPr>
          <a:xfrm>
            <a:off x="381000" y="361206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Purpose</a:t>
            </a:r>
            <a:endParaRPr lang="en-U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837D4E-BB6D-C13E-3848-3EE46846C7DF}"/>
              </a:ext>
            </a:extLst>
          </p:cNvPr>
          <p:cNvSpPr/>
          <p:nvPr/>
        </p:nvSpPr>
        <p:spPr>
          <a:xfrm>
            <a:off x="381000" y="72315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Absicht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05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3A1752-95FB-0DCE-2FAD-C64C361AFC00}"/>
              </a:ext>
            </a:extLst>
          </p:cNvPr>
          <p:cNvSpPr/>
          <p:nvPr/>
        </p:nvSpPr>
        <p:spPr>
          <a:xfrm>
            <a:off x="381000" y="966936"/>
            <a:ext cx="1238250" cy="47625"/>
          </a:xfrm>
          <a:prstGeom prst="roundRect">
            <a:avLst>
              <a:gd name="adj" fmla="val 60000"/>
            </a:avLst>
          </a:prstGeom>
          <a:solidFill>
            <a:srgbClr val="E57D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CF96CB-A6A4-23B4-9F8E-15CD0D8007DB}"/>
              </a:ext>
            </a:extLst>
          </p:cNvPr>
          <p:cNvSpPr/>
          <p:nvPr/>
        </p:nvSpPr>
        <p:spPr>
          <a:xfrm>
            <a:off x="38100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FB8FE2-FC2F-89DF-1FA2-A1B83A327E0D}"/>
              </a:ext>
            </a:extLst>
          </p:cNvPr>
          <p:cNvSpPr/>
          <p:nvPr/>
        </p:nvSpPr>
        <p:spPr>
          <a:xfrm>
            <a:off x="53435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 that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5D45F9-35FC-67D7-7116-963EB1BF23D6}"/>
              </a:ext>
            </a:extLst>
          </p:cNvPr>
          <p:cNvSpPr/>
          <p:nvPr/>
        </p:nvSpPr>
        <p:spPr>
          <a:xfrm>
            <a:off x="53435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so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dass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clause)</a:t>
            </a:r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65E2CE-DBD3-E07E-F9AD-FF3F17E353CB}"/>
              </a:ext>
            </a:extLst>
          </p:cNvPr>
          <p:cNvSpPr/>
          <p:nvPr/>
        </p:nvSpPr>
        <p:spPr>
          <a:xfrm>
            <a:off x="466725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EA879EA-5F52-CA26-39F4-008F104057A0}"/>
              </a:ext>
            </a:extLst>
          </p:cNvPr>
          <p:cNvSpPr/>
          <p:nvPr/>
        </p:nvSpPr>
        <p:spPr>
          <a:xfrm>
            <a:off x="482060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 order to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23617D-3FBA-6F43-6B07-D3DF047FCF05}"/>
              </a:ext>
            </a:extLst>
          </p:cNvPr>
          <p:cNvSpPr/>
          <p:nvPr/>
        </p:nvSpPr>
        <p:spPr>
          <a:xfrm>
            <a:off x="482060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um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zu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verb)</a:t>
            </a:r>
            <a:endParaRPr lang="en-US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5AEDB5-18C8-9F9F-2636-CFF8D6639E7A}"/>
              </a:ext>
            </a:extLst>
          </p:cNvPr>
          <p:cNvSpPr/>
          <p:nvPr/>
        </p:nvSpPr>
        <p:spPr>
          <a:xfrm>
            <a:off x="381000" y="2460278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C6E16ED-CAAD-8292-2101-3E53A727B547}"/>
              </a:ext>
            </a:extLst>
          </p:cNvPr>
          <p:cNvSpPr/>
          <p:nvPr/>
        </p:nvSpPr>
        <p:spPr>
          <a:xfrm>
            <a:off x="404813" y="2460278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EAD33F-CAE7-BF12-7283-0F1E9851168A}"/>
              </a:ext>
            </a:extLst>
          </p:cNvPr>
          <p:cNvSpPr/>
          <p:nvPr/>
        </p:nvSpPr>
        <p:spPr>
          <a:xfrm>
            <a:off x="381000" y="3472755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F47F12-F8AB-9DA9-A310-65585537DFAE}"/>
              </a:ext>
            </a:extLst>
          </p:cNvPr>
          <p:cNvSpPr/>
          <p:nvPr/>
        </p:nvSpPr>
        <p:spPr>
          <a:xfrm>
            <a:off x="404813" y="3472755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526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7B58-4BE5-4C0B-8871-406EDDB4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AE2F4B-BC4A-2F42-F7DF-023E8B53BD6F}"/>
              </a:ext>
            </a:extLst>
          </p:cNvPr>
          <p:cNvSpPr/>
          <p:nvPr/>
        </p:nvSpPr>
        <p:spPr>
          <a:xfrm>
            <a:off x="381000" y="361206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Purpose</a:t>
            </a:r>
            <a:endParaRPr lang="en-U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1B4886-A805-BE01-6922-B8713463573C}"/>
              </a:ext>
            </a:extLst>
          </p:cNvPr>
          <p:cNvSpPr/>
          <p:nvPr/>
        </p:nvSpPr>
        <p:spPr>
          <a:xfrm>
            <a:off x="381000" y="72315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Absicht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05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DDC744-1E8E-80F4-6453-6A8482269578}"/>
              </a:ext>
            </a:extLst>
          </p:cNvPr>
          <p:cNvSpPr/>
          <p:nvPr/>
        </p:nvSpPr>
        <p:spPr>
          <a:xfrm>
            <a:off x="381000" y="966936"/>
            <a:ext cx="1238250" cy="47625"/>
          </a:xfrm>
          <a:prstGeom prst="roundRect">
            <a:avLst>
              <a:gd name="adj" fmla="val 60000"/>
            </a:avLst>
          </a:prstGeom>
          <a:solidFill>
            <a:srgbClr val="E57D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712C74-576A-8DC4-49C3-56BAB5B50C41}"/>
              </a:ext>
            </a:extLst>
          </p:cNvPr>
          <p:cNvSpPr/>
          <p:nvPr/>
        </p:nvSpPr>
        <p:spPr>
          <a:xfrm>
            <a:off x="38100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190C8D-5B35-3E14-E322-35D4EE734217}"/>
              </a:ext>
            </a:extLst>
          </p:cNvPr>
          <p:cNvSpPr/>
          <p:nvPr/>
        </p:nvSpPr>
        <p:spPr>
          <a:xfrm>
            <a:off x="53435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 that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11F01A-2E06-7932-D7BB-83251DD358EB}"/>
              </a:ext>
            </a:extLst>
          </p:cNvPr>
          <p:cNvSpPr/>
          <p:nvPr/>
        </p:nvSpPr>
        <p:spPr>
          <a:xfrm>
            <a:off x="53435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so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dass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clause)</a:t>
            </a:r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D105B6-71AB-541B-ECA5-596F7D422838}"/>
              </a:ext>
            </a:extLst>
          </p:cNvPr>
          <p:cNvSpPr/>
          <p:nvPr/>
        </p:nvSpPr>
        <p:spPr>
          <a:xfrm>
            <a:off x="466725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B34065-6F02-AFC6-006B-C012975AFC91}"/>
              </a:ext>
            </a:extLst>
          </p:cNvPr>
          <p:cNvSpPr/>
          <p:nvPr/>
        </p:nvSpPr>
        <p:spPr>
          <a:xfrm>
            <a:off x="482060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 order to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7A0A210-4ABB-CF3B-A421-C2246DE9ED56}"/>
              </a:ext>
            </a:extLst>
          </p:cNvPr>
          <p:cNvSpPr/>
          <p:nvPr/>
        </p:nvSpPr>
        <p:spPr>
          <a:xfrm>
            <a:off x="482060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um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zu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verb)</a:t>
            </a:r>
            <a:endParaRPr lang="en-US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75455D-2B2D-6B8E-54A8-2D0CF59D4A2B}"/>
              </a:ext>
            </a:extLst>
          </p:cNvPr>
          <p:cNvSpPr/>
          <p:nvPr/>
        </p:nvSpPr>
        <p:spPr>
          <a:xfrm>
            <a:off x="381000" y="2460278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DEEE62A-0A6F-659B-5003-9D0A998D2370}"/>
              </a:ext>
            </a:extLst>
          </p:cNvPr>
          <p:cNvSpPr/>
          <p:nvPr/>
        </p:nvSpPr>
        <p:spPr>
          <a:xfrm>
            <a:off x="404813" y="2460278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85B89D-7A20-02C3-F8F3-BA221718EC7C}"/>
              </a:ext>
            </a:extLst>
          </p:cNvPr>
          <p:cNvSpPr/>
          <p:nvPr/>
        </p:nvSpPr>
        <p:spPr>
          <a:xfrm>
            <a:off x="619125" y="2593628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3"/>
              </a:lnSpc>
            </a:pPr>
            <a:r>
              <a:rPr lang="en-US" sz="2000" noProof="0" dirty="0">
                <a:latin typeface="Comic Sans MS" panose="030F0902030302020204" pitchFamily="66" charset="0"/>
              </a:rPr>
              <a:t>The recipe includes step-by-step photos </a:t>
            </a:r>
            <a:r>
              <a:rPr lang="en-US" sz="2000" b="1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so that</a:t>
            </a:r>
            <a:r>
              <a:rPr lang="en-US" sz="2000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 </a:t>
            </a:r>
            <a:r>
              <a:rPr lang="en-US" sz="2000" noProof="0" dirty="0">
                <a:latin typeface="Comic Sans MS" panose="030F0902030302020204" pitchFamily="66" charset="0"/>
              </a:rPr>
              <a:t>anyone can follow along easily.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EBECDC-B5CA-145E-5234-B28A7D796196}"/>
              </a:ext>
            </a:extLst>
          </p:cNvPr>
          <p:cNvSpPr/>
          <p:nvPr/>
        </p:nvSpPr>
        <p:spPr>
          <a:xfrm>
            <a:off x="381000" y="3472755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48A766E-F9FC-44D4-C04A-1A02C4FA267E}"/>
              </a:ext>
            </a:extLst>
          </p:cNvPr>
          <p:cNvSpPr/>
          <p:nvPr/>
        </p:nvSpPr>
        <p:spPr>
          <a:xfrm>
            <a:off x="404813" y="3472755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77780B-DC45-10F5-4825-C47B5BFC97DA}"/>
              </a:ext>
            </a:extLst>
          </p:cNvPr>
          <p:cNvSpPr/>
          <p:nvPr/>
        </p:nvSpPr>
        <p:spPr>
          <a:xfrm>
            <a:off x="619125" y="3606105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3"/>
              </a:lnSpc>
            </a:pPr>
            <a:r>
              <a:rPr lang="en-US" sz="2000" noProof="0" dirty="0">
                <a:latin typeface="Comic Sans MS" panose="030F0902030302020204" pitchFamily="66" charset="0"/>
              </a:rPr>
              <a:t>Athletes eat protein </a:t>
            </a:r>
            <a:r>
              <a:rPr lang="en-US" sz="2000" b="1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in order to</a:t>
            </a:r>
            <a:r>
              <a:rPr lang="en-US" sz="2000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 </a:t>
            </a:r>
            <a:r>
              <a:rPr lang="en-US" sz="2000" noProof="0" dirty="0">
                <a:latin typeface="Comic Sans MS" panose="030F0902030302020204" pitchFamily="66" charset="0"/>
              </a:rPr>
              <a:t>build muscle.</a:t>
            </a:r>
          </a:p>
        </p:txBody>
      </p:sp>
    </p:spTree>
    <p:extLst>
      <p:ext uri="{BB962C8B-B14F-4D97-AF65-F5344CB8AC3E}">
        <p14:creationId xmlns:p14="http://schemas.microsoft.com/office/powerpoint/2010/main" val="2115691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9985-3245-7626-2E9E-0177A951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04EBF4C-5922-A580-28C5-4232B68B5A90}"/>
              </a:ext>
            </a:extLst>
          </p:cNvPr>
          <p:cNvSpPr/>
          <p:nvPr/>
        </p:nvSpPr>
        <p:spPr>
          <a:xfrm>
            <a:off x="381000" y="361206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Purpose</a:t>
            </a:r>
            <a:endParaRPr lang="en-US" sz="24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F8802F-BE1A-78B9-6921-98CEAC6E21D4}"/>
              </a:ext>
            </a:extLst>
          </p:cNvPr>
          <p:cNvSpPr/>
          <p:nvPr/>
        </p:nvSpPr>
        <p:spPr>
          <a:xfrm>
            <a:off x="381000" y="723156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45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(=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Absicht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endParaRPr lang="en-US" sz="105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92536E-9919-3CCD-EBE0-B937AA4BA817}"/>
              </a:ext>
            </a:extLst>
          </p:cNvPr>
          <p:cNvSpPr/>
          <p:nvPr/>
        </p:nvSpPr>
        <p:spPr>
          <a:xfrm>
            <a:off x="381000" y="966936"/>
            <a:ext cx="1238250" cy="47625"/>
          </a:xfrm>
          <a:prstGeom prst="roundRect">
            <a:avLst>
              <a:gd name="adj" fmla="val 60000"/>
            </a:avLst>
          </a:prstGeom>
          <a:solidFill>
            <a:srgbClr val="E57D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C5D1D3-59AB-6DAB-9E56-24149AB66393}"/>
              </a:ext>
            </a:extLst>
          </p:cNvPr>
          <p:cNvSpPr/>
          <p:nvPr/>
        </p:nvSpPr>
        <p:spPr>
          <a:xfrm>
            <a:off x="38100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F28154-788D-1B4B-E5BB-CB6655937A9F}"/>
              </a:ext>
            </a:extLst>
          </p:cNvPr>
          <p:cNvSpPr/>
          <p:nvPr/>
        </p:nvSpPr>
        <p:spPr>
          <a:xfrm>
            <a:off x="53435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 that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7C7DE3-0EF2-CD38-2E85-B4CBC3D5CADC}"/>
              </a:ext>
            </a:extLst>
          </p:cNvPr>
          <p:cNvSpPr/>
          <p:nvPr/>
        </p:nvSpPr>
        <p:spPr>
          <a:xfrm>
            <a:off x="53435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so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dass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clause)</a:t>
            </a:r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CF390E-775D-311F-277A-6ECE50A9C281}"/>
              </a:ext>
            </a:extLst>
          </p:cNvPr>
          <p:cNvSpPr/>
          <p:nvPr/>
        </p:nvSpPr>
        <p:spPr>
          <a:xfrm>
            <a:off x="4667250" y="1338411"/>
            <a:ext cx="4095750" cy="798016"/>
          </a:xfrm>
          <a:prstGeom prst="roundRect">
            <a:avLst>
              <a:gd name="adj" fmla="val 11936"/>
            </a:avLst>
          </a:prstGeom>
          <a:solidFill>
            <a:srgbClr val="FFF5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A2D421-E958-FE3A-2F8A-7C78F184AE5D}"/>
              </a:ext>
            </a:extLst>
          </p:cNvPr>
          <p:cNvSpPr/>
          <p:nvPr/>
        </p:nvSpPr>
        <p:spPr>
          <a:xfrm>
            <a:off x="4820603" y="1452711"/>
            <a:ext cx="378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400" b="1" noProof="0" dirty="0">
                <a:solidFill>
                  <a:srgbClr val="E57DD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 order to</a:t>
            </a:r>
            <a:endParaRPr lang="en-US" sz="2400" noProof="0" dirty="0">
              <a:solidFill>
                <a:srgbClr val="E57DD4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513267-B08D-9FD4-9FBF-FE08E91ABF68}"/>
              </a:ext>
            </a:extLst>
          </p:cNvPr>
          <p:cNvSpPr/>
          <p:nvPr/>
        </p:nvSpPr>
        <p:spPr>
          <a:xfrm>
            <a:off x="4820603" y="1848892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= um </a:t>
            </a:r>
            <a:r>
              <a:rPr lang="en-US" i="1" noProof="0" dirty="0" err="1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zu</a:t>
            </a:r>
            <a:r>
              <a:rPr lang="en-US" i="1" noProof="0" dirty="0">
                <a:solidFill>
                  <a:srgbClr val="888888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(+ verb)</a:t>
            </a:r>
            <a:endParaRPr lang="en-US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AEB191-F909-F4AC-8E10-055D6B8C639B}"/>
              </a:ext>
            </a:extLst>
          </p:cNvPr>
          <p:cNvSpPr/>
          <p:nvPr/>
        </p:nvSpPr>
        <p:spPr>
          <a:xfrm>
            <a:off x="381000" y="2460278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D6E6A8-8C24-58AB-B510-A10E159FCCDD}"/>
              </a:ext>
            </a:extLst>
          </p:cNvPr>
          <p:cNvSpPr/>
          <p:nvPr/>
        </p:nvSpPr>
        <p:spPr>
          <a:xfrm>
            <a:off x="404813" y="2460278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6576F2-B8F3-25E5-8B2B-2A324BE2D31A}"/>
              </a:ext>
            </a:extLst>
          </p:cNvPr>
          <p:cNvSpPr/>
          <p:nvPr/>
        </p:nvSpPr>
        <p:spPr>
          <a:xfrm>
            <a:off x="619125" y="2593628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3"/>
              </a:lnSpc>
            </a:pPr>
            <a:r>
              <a:rPr lang="en-US" sz="2000" noProof="0" dirty="0">
                <a:latin typeface="Comic Sans MS" panose="030F0902030302020204" pitchFamily="66" charset="0"/>
              </a:rPr>
              <a:t>The recipe includes step-by-step photos </a:t>
            </a:r>
            <a:r>
              <a:rPr lang="en-US" sz="2000" b="1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so that</a:t>
            </a:r>
            <a:r>
              <a:rPr lang="en-US" sz="2000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 </a:t>
            </a:r>
            <a:r>
              <a:rPr lang="en-US" sz="2000" noProof="0" dirty="0">
                <a:latin typeface="Comic Sans MS" panose="030F0902030302020204" pitchFamily="66" charset="0"/>
              </a:rPr>
              <a:t>anyone can follow along easily.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2B8578-0140-DA80-ABCE-AE8A3A6122D5}"/>
              </a:ext>
            </a:extLst>
          </p:cNvPr>
          <p:cNvSpPr/>
          <p:nvPr/>
        </p:nvSpPr>
        <p:spPr>
          <a:xfrm>
            <a:off x="381000" y="3472755"/>
            <a:ext cx="8382000" cy="745778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5472CF6-F7E9-3D3A-6C34-D18F6A995B05}"/>
              </a:ext>
            </a:extLst>
          </p:cNvPr>
          <p:cNvSpPr/>
          <p:nvPr/>
        </p:nvSpPr>
        <p:spPr>
          <a:xfrm>
            <a:off x="404813" y="3472755"/>
            <a:ext cx="0" cy="745778"/>
          </a:xfrm>
          <a:prstGeom prst="line">
            <a:avLst/>
          </a:prstGeom>
          <a:noFill/>
          <a:ln w="47625">
            <a:solidFill>
              <a:srgbClr val="E57DD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1743A2E-A052-EB41-F329-6BBC3CD54738}"/>
              </a:ext>
            </a:extLst>
          </p:cNvPr>
          <p:cNvSpPr/>
          <p:nvPr/>
        </p:nvSpPr>
        <p:spPr>
          <a:xfrm>
            <a:off x="619125" y="3606105"/>
            <a:ext cx="811244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13"/>
              </a:lnSpc>
            </a:pPr>
            <a:r>
              <a:rPr lang="en-US" sz="2000" noProof="0" dirty="0">
                <a:latin typeface="Comic Sans MS" panose="030F0902030302020204" pitchFamily="66" charset="0"/>
              </a:rPr>
              <a:t>Athletes eat protein </a:t>
            </a:r>
            <a:r>
              <a:rPr lang="en-US" sz="2000" b="1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in order to</a:t>
            </a:r>
            <a:r>
              <a:rPr lang="en-US" sz="2000" noProof="0" dirty="0">
                <a:highlight>
                  <a:srgbClr val="E57DD4"/>
                </a:highlight>
                <a:latin typeface="Comic Sans MS" panose="030F0902030302020204" pitchFamily="66" charset="0"/>
              </a:rPr>
              <a:t> </a:t>
            </a:r>
            <a:r>
              <a:rPr lang="en-US" sz="2000" noProof="0" dirty="0">
                <a:latin typeface="Comic Sans MS" panose="030F0902030302020204" pitchFamily="66" charset="0"/>
              </a:rPr>
              <a:t>build muscle.</a:t>
            </a: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FA118DF9-FB18-824F-9745-1C20BC735E87}"/>
              </a:ext>
            </a:extLst>
          </p:cNvPr>
          <p:cNvSpPr/>
          <p:nvPr/>
        </p:nvSpPr>
        <p:spPr>
          <a:xfrm>
            <a:off x="192813" y="4218533"/>
            <a:ext cx="8549640" cy="642937"/>
          </a:xfrm>
          <a:prstGeom prst="roundRect">
            <a:avLst>
              <a:gd name="adj" fmla="val 20949"/>
            </a:avLst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noProof="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41E65A3F-14CC-F3F5-9328-9E89A6D82EE2}"/>
              </a:ext>
            </a:extLst>
          </p:cNvPr>
          <p:cNvSpPr/>
          <p:nvPr/>
        </p:nvSpPr>
        <p:spPr>
          <a:xfrm>
            <a:off x="534352" y="4242345"/>
            <a:ext cx="8075295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Tip:</a:t>
            </a:r>
            <a:r>
              <a:rPr lang="en-US" sz="1400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 </a:t>
            </a:r>
            <a:r>
              <a:rPr lang="en-US" sz="2000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"so that" is followed by a </a:t>
            </a:r>
            <a:r>
              <a:rPr lang="en-US" sz="2000" u="sng" noProof="0" dirty="0">
                <a:solidFill>
                  <a:srgbClr val="E57DD3"/>
                </a:solidFill>
                <a:uFill>
                  <a:solidFill>
                    <a:srgbClr val="E57DD3"/>
                  </a:solidFill>
                </a:u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subject + verb (= clause / </a:t>
            </a:r>
            <a:r>
              <a:rPr lang="en-US" sz="2000" u="sng" noProof="0" dirty="0" err="1">
                <a:solidFill>
                  <a:srgbClr val="E57DD3"/>
                </a:solidFill>
                <a:uFill>
                  <a:solidFill>
                    <a:srgbClr val="E57DD3"/>
                  </a:solidFill>
                </a:u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Nebensatz</a:t>
            </a:r>
            <a:r>
              <a:rPr lang="en-US" sz="2000" u="sng" noProof="0" dirty="0">
                <a:solidFill>
                  <a:srgbClr val="E57DD3"/>
                </a:solidFill>
                <a:uFill>
                  <a:solidFill>
                    <a:srgbClr val="E57DD3"/>
                  </a:solidFill>
                </a:u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)</a:t>
            </a:r>
            <a:r>
              <a:rPr lang="en-US" sz="2000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 ”in order to" is followed by a </a:t>
            </a:r>
            <a:r>
              <a:rPr lang="en-US" sz="2000" u="sng" noProof="0" dirty="0">
                <a:solidFill>
                  <a:srgbClr val="E57DD3"/>
                </a:solidFill>
                <a:uFill>
                  <a:solidFill>
                    <a:srgbClr val="E57DD3"/>
                  </a:solidFill>
                </a:u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verb in base form</a:t>
            </a:r>
            <a:r>
              <a:rPr lang="en-US" sz="2000" noProof="0" dirty="0">
                <a:solidFill>
                  <a:srgbClr val="E57DD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.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211177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Macintosh PowerPoint</Application>
  <PresentationFormat>Bildschirmpräsentation (16:9)</PresentationFormat>
  <Paragraphs>78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Comic Sans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Connecting Ideas with Linking Words</dc:title>
  <dc:subject>PptxGenJS Presentation</dc:subject>
  <dc:creator>English Grammar Session</dc:creator>
  <cp:lastModifiedBy>Orhan Vehabovic</cp:lastModifiedBy>
  <cp:revision>31</cp:revision>
  <dcterms:created xsi:type="dcterms:W3CDTF">2025-12-10T17:19:32Z</dcterms:created>
  <dcterms:modified xsi:type="dcterms:W3CDTF">2025-12-12T08:12:45Z</dcterms:modified>
</cp:coreProperties>
</file>